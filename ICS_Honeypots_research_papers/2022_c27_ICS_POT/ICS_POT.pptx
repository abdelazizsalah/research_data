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9594" autoAdjust="0"/>
  </p:normalViewPr>
  <p:slideViewPr>
    <p:cSldViewPr snapToGrid="0">
      <p:cViewPr varScale="1">
        <p:scale>
          <a:sx n="81" d="100"/>
          <a:sy n="81" d="100"/>
        </p:scale>
        <p:origin x="108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C66DC-DE37-4DD3-8F6A-C1CACF78860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C62E50-C387-45A1-A57C-1A051CF30BCB}">
      <dgm:prSet/>
      <dgm:spPr/>
      <dgm:t>
        <a:bodyPr/>
        <a:lstStyle/>
        <a:p>
          <a:r>
            <a:rPr lang="en-US" b="0" dirty="0"/>
            <a:t>It communicates with the Logging and the Exposed services</a:t>
          </a:r>
        </a:p>
      </dgm:t>
    </dgm:pt>
    <dgm:pt modelId="{3E25E0FA-DA92-442B-B7FD-23ACD2912128}" type="parTrans" cxnId="{9BC6E479-DA6B-419B-A058-E09789B4CA44}">
      <dgm:prSet/>
      <dgm:spPr/>
      <dgm:t>
        <a:bodyPr/>
        <a:lstStyle/>
        <a:p>
          <a:endParaRPr lang="en-US"/>
        </a:p>
      </dgm:t>
    </dgm:pt>
    <dgm:pt modelId="{8FEDF47E-84F1-4DB5-86FA-61E816689CB5}" type="sibTrans" cxnId="{9BC6E479-DA6B-419B-A058-E09789B4CA44}">
      <dgm:prSet/>
      <dgm:spPr/>
      <dgm:t>
        <a:bodyPr/>
        <a:lstStyle/>
        <a:p>
          <a:endParaRPr lang="en-US"/>
        </a:p>
      </dgm:t>
    </dgm:pt>
    <dgm:pt modelId="{132EFA79-5C2E-4694-86D0-6F896C749509}">
      <dgm:prSet/>
      <dgm:spPr/>
      <dgm:t>
        <a:bodyPr/>
        <a:lstStyle/>
        <a:p>
          <a:r>
            <a:rPr lang="en-US" b="0" dirty="0"/>
            <a:t>It is the core tool used to simulates the PLC TCP/IP stack</a:t>
          </a:r>
        </a:p>
      </dgm:t>
    </dgm:pt>
    <dgm:pt modelId="{283153CE-4CB8-48FA-A465-23E03BCABE18}" type="parTrans" cxnId="{DE231E70-FEBA-43D9-990D-512B123641A1}">
      <dgm:prSet/>
      <dgm:spPr/>
      <dgm:t>
        <a:bodyPr/>
        <a:lstStyle/>
        <a:p>
          <a:endParaRPr lang="en-US"/>
        </a:p>
      </dgm:t>
    </dgm:pt>
    <dgm:pt modelId="{068A4222-5F26-4E79-AB63-C055F41C0951}" type="sibTrans" cxnId="{DE231E70-FEBA-43D9-990D-512B123641A1}">
      <dgm:prSet/>
      <dgm:spPr/>
      <dgm:t>
        <a:bodyPr/>
        <a:lstStyle/>
        <a:p>
          <a:endParaRPr lang="en-US"/>
        </a:p>
      </dgm:t>
    </dgm:pt>
    <dgm:pt modelId="{B9F87280-D6B0-4EC6-B880-FE2DBD752DF3}">
      <dgm:prSet/>
      <dgm:spPr/>
      <dgm:t>
        <a:bodyPr/>
        <a:lstStyle/>
        <a:p>
          <a:r>
            <a:rPr lang="en-US" b="0" dirty="0"/>
            <a:t>It listens for requests addressed to the honeypots, simulates, and responds by imitating a list of services.</a:t>
          </a:r>
        </a:p>
      </dgm:t>
    </dgm:pt>
    <dgm:pt modelId="{D8056159-FF22-4E81-81B7-3124693D0024}" type="parTrans" cxnId="{F2D8F104-C8C9-4084-B22D-110A5F29DFDB}">
      <dgm:prSet/>
      <dgm:spPr/>
      <dgm:t>
        <a:bodyPr/>
        <a:lstStyle/>
        <a:p>
          <a:endParaRPr lang="en-US"/>
        </a:p>
      </dgm:t>
    </dgm:pt>
    <dgm:pt modelId="{EFF1E007-80CE-48D2-BCF1-95F57D25C6B3}" type="sibTrans" cxnId="{F2D8F104-C8C9-4084-B22D-110A5F29DFDB}">
      <dgm:prSet/>
      <dgm:spPr/>
      <dgm:t>
        <a:bodyPr/>
        <a:lstStyle/>
        <a:p>
          <a:endParaRPr lang="en-US"/>
        </a:p>
      </dgm:t>
    </dgm:pt>
    <dgm:pt modelId="{98563C64-395C-4CE4-B107-D8C012D70C6D}">
      <dgm:prSet/>
      <dgm:spPr/>
      <dgm:t>
        <a:bodyPr/>
        <a:lstStyle/>
        <a:p>
          <a:r>
            <a:rPr lang="en-US" b="0"/>
            <a:t>Packets sent by Honeyd are modified by its personality engine</a:t>
          </a:r>
        </a:p>
      </dgm:t>
    </dgm:pt>
    <dgm:pt modelId="{9133C6A8-C722-4C00-A655-386F3AB34E36}" type="parTrans" cxnId="{07D44788-287E-46AC-B8B2-033538855EA2}">
      <dgm:prSet/>
      <dgm:spPr/>
      <dgm:t>
        <a:bodyPr/>
        <a:lstStyle/>
        <a:p>
          <a:endParaRPr lang="en-US"/>
        </a:p>
      </dgm:t>
    </dgm:pt>
    <dgm:pt modelId="{E16A9CD9-0A02-4864-AD03-28D6741766D5}" type="sibTrans" cxnId="{07D44788-287E-46AC-B8B2-033538855EA2}">
      <dgm:prSet/>
      <dgm:spPr/>
      <dgm:t>
        <a:bodyPr/>
        <a:lstStyle/>
        <a:p>
          <a:endParaRPr lang="en-US"/>
        </a:p>
      </dgm:t>
    </dgm:pt>
    <dgm:pt modelId="{0397D802-4153-4F5F-9170-F0970C2302FE}">
      <dgm:prSet/>
      <dgm:spPr/>
      <dgm:t>
        <a:bodyPr/>
        <a:lstStyle/>
        <a:p>
          <a:r>
            <a:rPr lang="en-US" b="0"/>
            <a:t>A component that allows simulating the behavior of a predefined OS or a device chosen from the list of Nmap fingerprints</a:t>
          </a:r>
        </a:p>
      </dgm:t>
    </dgm:pt>
    <dgm:pt modelId="{DFA90AFE-CD0C-4820-877F-389378D98159}" type="parTrans" cxnId="{1959FD26-CC32-4C5A-A7C8-A79A0AAEAC96}">
      <dgm:prSet/>
      <dgm:spPr/>
      <dgm:t>
        <a:bodyPr/>
        <a:lstStyle/>
        <a:p>
          <a:endParaRPr lang="en-US" b="0"/>
        </a:p>
      </dgm:t>
    </dgm:pt>
    <dgm:pt modelId="{6A67456A-5B6B-4CE3-8F64-B22608AEF063}" type="sibTrans" cxnId="{1959FD26-CC32-4C5A-A7C8-A79A0AAEAC96}">
      <dgm:prSet/>
      <dgm:spPr/>
      <dgm:t>
        <a:bodyPr/>
        <a:lstStyle/>
        <a:p>
          <a:endParaRPr lang="en-US"/>
        </a:p>
      </dgm:t>
    </dgm:pt>
    <dgm:pt modelId="{2E42BF14-2F0D-441E-ADD6-17DDE4FD2D12}">
      <dgm:prSet/>
      <dgm:spPr/>
      <dgm:t>
        <a:bodyPr/>
        <a:lstStyle/>
        <a:p>
          <a:r>
            <a:rPr lang="en-US" b="0"/>
            <a:t>A configuration file lists the parameters defining the machine to be simulated, such as its MAC address, IP address, operating system, and services. </a:t>
          </a:r>
        </a:p>
      </dgm:t>
    </dgm:pt>
    <dgm:pt modelId="{A52CDD89-AFB2-4274-98C1-C6E0529D708D}" type="parTrans" cxnId="{267E45F8-3611-4A67-AFC2-BD8F75FB90FC}">
      <dgm:prSet/>
      <dgm:spPr/>
      <dgm:t>
        <a:bodyPr/>
        <a:lstStyle/>
        <a:p>
          <a:endParaRPr lang="en-US" b="0"/>
        </a:p>
      </dgm:t>
    </dgm:pt>
    <dgm:pt modelId="{C72DF88F-2E15-4D2A-BBAC-503D4B48FF20}" type="sibTrans" cxnId="{267E45F8-3611-4A67-AFC2-BD8F75FB90FC}">
      <dgm:prSet/>
      <dgm:spPr/>
      <dgm:t>
        <a:bodyPr/>
        <a:lstStyle/>
        <a:p>
          <a:endParaRPr lang="en-US"/>
        </a:p>
      </dgm:t>
    </dgm:pt>
    <dgm:pt modelId="{4EFAAD83-9F9A-404A-8E6D-D90D980DAE46}">
      <dgm:prSet/>
      <dgm:spPr/>
      <dgm:t>
        <a:bodyPr/>
        <a:lstStyle/>
        <a:p>
          <a:r>
            <a:rPr lang="en-US" b="0"/>
            <a:t>Thanks to these features, Honeyd allows configuring and simulating complex honeypots without exposing the host machine to risks.</a:t>
          </a:r>
        </a:p>
      </dgm:t>
    </dgm:pt>
    <dgm:pt modelId="{71D49E00-EED0-488B-83A2-051767F6595C}" type="parTrans" cxnId="{D224AB44-519D-4EC5-B886-E9538C17ADAE}">
      <dgm:prSet/>
      <dgm:spPr/>
      <dgm:t>
        <a:bodyPr/>
        <a:lstStyle/>
        <a:p>
          <a:endParaRPr lang="en-US"/>
        </a:p>
      </dgm:t>
    </dgm:pt>
    <dgm:pt modelId="{2921B5A6-8590-4EB1-A80A-78BE6D855F2F}" type="sibTrans" cxnId="{D224AB44-519D-4EC5-B886-E9538C17ADAE}">
      <dgm:prSet/>
      <dgm:spPr/>
      <dgm:t>
        <a:bodyPr/>
        <a:lstStyle/>
        <a:p>
          <a:endParaRPr lang="en-US"/>
        </a:p>
      </dgm:t>
    </dgm:pt>
    <dgm:pt modelId="{AF9FE64C-C56C-4F7A-BDE4-9C6DAD5B9123}" type="pres">
      <dgm:prSet presAssocID="{501C66DC-DE37-4DD3-8F6A-C1CACF78860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CFDF78-7445-4F63-A7F4-C3C29BC131D3}" type="pres">
      <dgm:prSet presAssocID="{49C62E50-C387-45A1-A57C-1A051CF30BCB}" presName="hierRoot1" presStyleCnt="0"/>
      <dgm:spPr/>
    </dgm:pt>
    <dgm:pt modelId="{530026A6-9D0A-4C8C-AAC2-20A5B3008402}" type="pres">
      <dgm:prSet presAssocID="{49C62E50-C387-45A1-A57C-1A051CF30BCB}" presName="composite" presStyleCnt="0"/>
      <dgm:spPr/>
    </dgm:pt>
    <dgm:pt modelId="{159A5CAF-7F69-4307-9264-92B7D703E35A}" type="pres">
      <dgm:prSet presAssocID="{49C62E50-C387-45A1-A57C-1A051CF30BCB}" presName="background" presStyleLbl="node0" presStyleIdx="0" presStyleCnt="5"/>
      <dgm:spPr/>
    </dgm:pt>
    <dgm:pt modelId="{CFE988F2-5231-4602-8777-781CEBC0AE10}" type="pres">
      <dgm:prSet presAssocID="{49C62E50-C387-45A1-A57C-1A051CF30BCB}" presName="text" presStyleLbl="fgAcc0" presStyleIdx="0" presStyleCnt="5">
        <dgm:presLayoutVars>
          <dgm:chPref val="3"/>
        </dgm:presLayoutVars>
      </dgm:prSet>
      <dgm:spPr/>
    </dgm:pt>
    <dgm:pt modelId="{80F22C44-F55E-4AEE-ABC0-F28D5F473A52}" type="pres">
      <dgm:prSet presAssocID="{49C62E50-C387-45A1-A57C-1A051CF30BCB}" presName="hierChild2" presStyleCnt="0"/>
      <dgm:spPr/>
    </dgm:pt>
    <dgm:pt modelId="{7FDE43C7-C941-4097-B262-0527BEF74D71}" type="pres">
      <dgm:prSet presAssocID="{132EFA79-5C2E-4694-86D0-6F896C749509}" presName="hierRoot1" presStyleCnt="0"/>
      <dgm:spPr/>
    </dgm:pt>
    <dgm:pt modelId="{440DE3B8-9BD2-49FD-91BE-B12C2519814C}" type="pres">
      <dgm:prSet presAssocID="{132EFA79-5C2E-4694-86D0-6F896C749509}" presName="composite" presStyleCnt="0"/>
      <dgm:spPr/>
    </dgm:pt>
    <dgm:pt modelId="{79958BDD-036F-4C6F-B078-9A416C7429C7}" type="pres">
      <dgm:prSet presAssocID="{132EFA79-5C2E-4694-86D0-6F896C749509}" presName="background" presStyleLbl="node0" presStyleIdx="1" presStyleCnt="5"/>
      <dgm:spPr/>
    </dgm:pt>
    <dgm:pt modelId="{A828D43B-2E8D-480B-AF00-80816DB3375E}" type="pres">
      <dgm:prSet presAssocID="{132EFA79-5C2E-4694-86D0-6F896C749509}" presName="text" presStyleLbl="fgAcc0" presStyleIdx="1" presStyleCnt="5">
        <dgm:presLayoutVars>
          <dgm:chPref val="3"/>
        </dgm:presLayoutVars>
      </dgm:prSet>
      <dgm:spPr/>
    </dgm:pt>
    <dgm:pt modelId="{0DB163F4-4454-40F7-8A30-892BDB5CA282}" type="pres">
      <dgm:prSet presAssocID="{132EFA79-5C2E-4694-86D0-6F896C749509}" presName="hierChild2" presStyleCnt="0"/>
      <dgm:spPr/>
    </dgm:pt>
    <dgm:pt modelId="{775A5AE4-059B-45D0-855D-C32609FA2E1D}" type="pres">
      <dgm:prSet presAssocID="{B9F87280-D6B0-4EC6-B880-FE2DBD752DF3}" presName="hierRoot1" presStyleCnt="0"/>
      <dgm:spPr/>
    </dgm:pt>
    <dgm:pt modelId="{3754730A-C389-4A19-8C5E-5B3D4514FC5F}" type="pres">
      <dgm:prSet presAssocID="{B9F87280-D6B0-4EC6-B880-FE2DBD752DF3}" presName="composite" presStyleCnt="0"/>
      <dgm:spPr/>
    </dgm:pt>
    <dgm:pt modelId="{15519F9D-EC63-4F70-836F-6DC039B0347C}" type="pres">
      <dgm:prSet presAssocID="{B9F87280-D6B0-4EC6-B880-FE2DBD752DF3}" presName="background" presStyleLbl="node0" presStyleIdx="2" presStyleCnt="5"/>
      <dgm:spPr/>
    </dgm:pt>
    <dgm:pt modelId="{1A568280-B3AE-41F9-8229-A66A1FC8B10E}" type="pres">
      <dgm:prSet presAssocID="{B9F87280-D6B0-4EC6-B880-FE2DBD752DF3}" presName="text" presStyleLbl="fgAcc0" presStyleIdx="2" presStyleCnt="5">
        <dgm:presLayoutVars>
          <dgm:chPref val="3"/>
        </dgm:presLayoutVars>
      </dgm:prSet>
      <dgm:spPr/>
    </dgm:pt>
    <dgm:pt modelId="{AE677363-9FDC-4AAB-8696-23D80C6F83CA}" type="pres">
      <dgm:prSet presAssocID="{B9F87280-D6B0-4EC6-B880-FE2DBD752DF3}" presName="hierChild2" presStyleCnt="0"/>
      <dgm:spPr/>
    </dgm:pt>
    <dgm:pt modelId="{AE77CA99-9A81-4DBC-AA00-5A8BAE48A6E1}" type="pres">
      <dgm:prSet presAssocID="{98563C64-395C-4CE4-B107-D8C012D70C6D}" presName="hierRoot1" presStyleCnt="0"/>
      <dgm:spPr/>
    </dgm:pt>
    <dgm:pt modelId="{82415B1B-570F-41F3-84EA-48105EEA14C7}" type="pres">
      <dgm:prSet presAssocID="{98563C64-395C-4CE4-B107-D8C012D70C6D}" presName="composite" presStyleCnt="0"/>
      <dgm:spPr/>
    </dgm:pt>
    <dgm:pt modelId="{4E878648-E503-4565-952E-F4D969D874D8}" type="pres">
      <dgm:prSet presAssocID="{98563C64-395C-4CE4-B107-D8C012D70C6D}" presName="background" presStyleLbl="node0" presStyleIdx="3" presStyleCnt="5"/>
      <dgm:spPr/>
    </dgm:pt>
    <dgm:pt modelId="{3508162C-BA5C-488C-B02F-91C18B44E9F0}" type="pres">
      <dgm:prSet presAssocID="{98563C64-395C-4CE4-B107-D8C012D70C6D}" presName="text" presStyleLbl="fgAcc0" presStyleIdx="3" presStyleCnt="5">
        <dgm:presLayoutVars>
          <dgm:chPref val="3"/>
        </dgm:presLayoutVars>
      </dgm:prSet>
      <dgm:spPr/>
    </dgm:pt>
    <dgm:pt modelId="{669750C5-1297-4DE0-A178-241C35FC3DC4}" type="pres">
      <dgm:prSet presAssocID="{98563C64-395C-4CE4-B107-D8C012D70C6D}" presName="hierChild2" presStyleCnt="0"/>
      <dgm:spPr/>
    </dgm:pt>
    <dgm:pt modelId="{CF1A3C69-7F19-4C02-B735-5C96CC7BF6BE}" type="pres">
      <dgm:prSet presAssocID="{DFA90AFE-CD0C-4820-877F-389378D98159}" presName="Name10" presStyleLbl="parChTrans1D2" presStyleIdx="0" presStyleCnt="2"/>
      <dgm:spPr/>
    </dgm:pt>
    <dgm:pt modelId="{E7D14CE0-89EC-4D97-9E71-9C91BE956367}" type="pres">
      <dgm:prSet presAssocID="{0397D802-4153-4F5F-9170-F0970C2302FE}" presName="hierRoot2" presStyleCnt="0"/>
      <dgm:spPr/>
    </dgm:pt>
    <dgm:pt modelId="{50897C03-2525-432D-B1E0-25C71BDB6787}" type="pres">
      <dgm:prSet presAssocID="{0397D802-4153-4F5F-9170-F0970C2302FE}" presName="composite2" presStyleCnt="0"/>
      <dgm:spPr/>
    </dgm:pt>
    <dgm:pt modelId="{A93080E0-4F44-4CBA-A06C-6893E806C827}" type="pres">
      <dgm:prSet presAssocID="{0397D802-4153-4F5F-9170-F0970C2302FE}" presName="background2" presStyleLbl="node2" presStyleIdx="0" presStyleCnt="2"/>
      <dgm:spPr/>
    </dgm:pt>
    <dgm:pt modelId="{2B9949ED-3FA3-4233-B6C2-57BE81615CA7}" type="pres">
      <dgm:prSet presAssocID="{0397D802-4153-4F5F-9170-F0970C2302FE}" presName="text2" presStyleLbl="fgAcc2" presStyleIdx="0" presStyleCnt="2">
        <dgm:presLayoutVars>
          <dgm:chPref val="3"/>
        </dgm:presLayoutVars>
      </dgm:prSet>
      <dgm:spPr/>
    </dgm:pt>
    <dgm:pt modelId="{19AC1118-F07A-41C6-A271-DCE577EB26EE}" type="pres">
      <dgm:prSet presAssocID="{0397D802-4153-4F5F-9170-F0970C2302FE}" presName="hierChild3" presStyleCnt="0"/>
      <dgm:spPr/>
    </dgm:pt>
    <dgm:pt modelId="{824EA97E-64CF-41E1-B1A5-92E12E30D4C7}" type="pres">
      <dgm:prSet presAssocID="{A52CDD89-AFB2-4274-98C1-C6E0529D708D}" presName="Name10" presStyleLbl="parChTrans1D2" presStyleIdx="1" presStyleCnt="2"/>
      <dgm:spPr/>
    </dgm:pt>
    <dgm:pt modelId="{314EE830-4103-4388-9E7F-E9239BA7D402}" type="pres">
      <dgm:prSet presAssocID="{2E42BF14-2F0D-441E-ADD6-17DDE4FD2D12}" presName="hierRoot2" presStyleCnt="0"/>
      <dgm:spPr/>
    </dgm:pt>
    <dgm:pt modelId="{57120C4D-8477-43C9-8F80-4DD69990D107}" type="pres">
      <dgm:prSet presAssocID="{2E42BF14-2F0D-441E-ADD6-17DDE4FD2D12}" presName="composite2" presStyleCnt="0"/>
      <dgm:spPr/>
    </dgm:pt>
    <dgm:pt modelId="{4A96DC65-3802-434D-A312-4812EACA3306}" type="pres">
      <dgm:prSet presAssocID="{2E42BF14-2F0D-441E-ADD6-17DDE4FD2D12}" presName="background2" presStyleLbl="node2" presStyleIdx="1" presStyleCnt="2"/>
      <dgm:spPr/>
    </dgm:pt>
    <dgm:pt modelId="{08E44229-A5A2-47B3-9E67-276B338E74C6}" type="pres">
      <dgm:prSet presAssocID="{2E42BF14-2F0D-441E-ADD6-17DDE4FD2D12}" presName="text2" presStyleLbl="fgAcc2" presStyleIdx="1" presStyleCnt="2">
        <dgm:presLayoutVars>
          <dgm:chPref val="3"/>
        </dgm:presLayoutVars>
      </dgm:prSet>
      <dgm:spPr/>
    </dgm:pt>
    <dgm:pt modelId="{4D4AC215-154F-4E83-B103-300E266B123B}" type="pres">
      <dgm:prSet presAssocID="{2E42BF14-2F0D-441E-ADD6-17DDE4FD2D12}" presName="hierChild3" presStyleCnt="0"/>
      <dgm:spPr/>
    </dgm:pt>
    <dgm:pt modelId="{D8BE7903-B8DF-4031-A72A-2611503819A7}" type="pres">
      <dgm:prSet presAssocID="{4EFAAD83-9F9A-404A-8E6D-D90D980DAE46}" presName="hierRoot1" presStyleCnt="0"/>
      <dgm:spPr/>
    </dgm:pt>
    <dgm:pt modelId="{87F0A9BA-5AC3-4EC7-9937-C51C3F4ACF6F}" type="pres">
      <dgm:prSet presAssocID="{4EFAAD83-9F9A-404A-8E6D-D90D980DAE46}" presName="composite" presStyleCnt="0"/>
      <dgm:spPr/>
    </dgm:pt>
    <dgm:pt modelId="{18B4938A-30DD-410B-936B-575711436D5E}" type="pres">
      <dgm:prSet presAssocID="{4EFAAD83-9F9A-404A-8E6D-D90D980DAE46}" presName="background" presStyleLbl="node0" presStyleIdx="4" presStyleCnt="5"/>
      <dgm:spPr/>
    </dgm:pt>
    <dgm:pt modelId="{4B88D132-1A74-492C-A773-47510CA11B6F}" type="pres">
      <dgm:prSet presAssocID="{4EFAAD83-9F9A-404A-8E6D-D90D980DAE46}" presName="text" presStyleLbl="fgAcc0" presStyleIdx="4" presStyleCnt="5">
        <dgm:presLayoutVars>
          <dgm:chPref val="3"/>
        </dgm:presLayoutVars>
      </dgm:prSet>
      <dgm:spPr/>
    </dgm:pt>
    <dgm:pt modelId="{6DED2E95-0D9C-4477-BDC1-B0009113AE08}" type="pres">
      <dgm:prSet presAssocID="{4EFAAD83-9F9A-404A-8E6D-D90D980DAE46}" presName="hierChild2" presStyleCnt="0"/>
      <dgm:spPr/>
    </dgm:pt>
  </dgm:ptLst>
  <dgm:cxnLst>
    <dgm:cxn modelId="{F2D8F104-C8C9-4084-B22D-110A5F29DFDB}" srcId="{501C66DC-DE37-4DD3-8F6A-C1CACF788602}" destId="{B9F87280-D6B0-4EC6-B880-FE2DBD752DF3}" srcOrd="2" destOrd="0" parTransId="{D8056159-FF22-4E81-81B7-3124693D0024}" sibTransId="{EFF1E007-80CE-48D2-BCF1-95F57D25C6B3}"/>
    <dgm:cxn modelId="{1959FD26-CC32-4C5A-A7C8-A79A0AAEAC96}" srcId="{98563C64-395C-4CE4-B107-D8C012D70C6D}" destId="{0397D802-4153-4F5F-9170-F0970C2302FE}" srcOrd="0" destOrd="0" parTransId="{DFA90AFE-CD0C-4820-877F-389378D98159}" sibTransId="{6A67456A-5B6B-4CE3-8F64-B22608AEF063}"/>
    <dgm:cxn modelId="{D224AB44-519D-4EC5-B886-E9538C17ADAE}" srcId="{501C66DC-DE37-4DD3-8F6A-C1CACF788602}" destId="{4EFAAD83-9F9A-404A-8E6D-D90D980DAE46}" srcOrd="4" destOrd="0" parTransId="{71D49E00-EED0-488B-83A2-051767F6595C}" sibTransId="{2921B5A6-8590-4EB1-A80A-78BE6D855F2F}"/>
    <dgm:cxn modelId="{A354F545-DD8E-4B17-85D2-23B1D1296FC0}" type="presOf" srcId="{501C66DC-DE37-4DD3-8F6A-C1CACF788602}" destId="{AF9FE64C-C56C-4F7A-BDE4-9C6DAD5B9123}" srcOrd="0" destOrd="0" presId="urn:microsoft.com/office/officeart/2005/8/layout/hierarchy1"/>
    <dgm:cxn modelId="{DE231E70-FEBA-43D9-990D-512B123641A1}" srcId="{501C66DC-DE37-4DD3-8F6A-C1CACF788602}" destId="{132EFA79-5C2E-4694-86D0-6F896C749509}" srcOrd="1" destOrd="0" parTransId="{283153CE-4CB8-48FA-A465-23E03BCABE18}" sibTransId="{068A4222-5F26-4E79-AB63-C055F41C0951}"/>
    <dgm:cxn modelId="{DF1A0673-3A35-44BB-89E3-C204158876E9}" type="presOf" srcId="{2E42BF14-2F0D-441E-ADD6-17DDE4FD2D12}" destId="{08E44229-A5A2-47B3-9E67-276B338E74C6}" srcOrd="0" destOrd="0" presId="urn:microsoft.com/office/officeart/2005/8/layout/hierarchy1"/>
    <dgm:cxn modelId="{9BC6E479-DA6B-419B-A058-E09789B4CA44}" srcId="{501C66DC-DE37-4DD3-8F6A-C1CACF788602}" destId="{49C62E50-C387-45A1-A57C-1A051CF30BCB}" srcOrd="0" destOrd="0" parTransId="{3E25E0FA-DA92-442B-B7FD-23ACD2912128}" sibTransId="{8FEDF47E-84F1-4DB5-86FA-61E816689CB5}"/>
    <dgm:cxn modelId="{07D44788-287E-46AC-B8B2-033538855EA2}" srcId="{501C66DC-DE37-4DD3-8F6A-C1CACF788602}" destId="{98563C64-395C-4CE4-B107-D8C012D70C6D}" srcOrd="3" destOrd="0" parTransId="{9133C6A8-C722-4C00-A655-386F3AB34E36}" sibTransId="{E16A9CD9-0A02-4864-AD03-28D6741766D5}"/>
    <dgm:cxn modelId="{6BAF6CA2-2ACD-4718-98FD-62C7740B2EEE}" type="presOf" srcId="{132EFA79-5C2E-4694-86D0-6F896C749509}" destId="{A828D43B-2E8D-480B-AF00-80816DB3375E}" srcOrd="0" destOrd="0" presId="urn:microsoft.com/office/officeart/2005/8/layout/hierarchy1"/>
    <dgm:cxn modelId="{833EEFB4-0583-4E5A-A60C-BD27D2630268}" type="presOf" srcId="{4EFAAD83-9F9A-404A-8E6D-D90D980DAE46}" destId="{4B88D132-1A74-492C-A773-47510CA11B6F}" srcOrd="0" destOrd="0" presId="urn:microsoft.com/office/officeart/2005/8/layout/hierarchy1"/>
    <dgm:cxn modelId="{177DEAB6-D211-4B99-A0ED-4BAD80E58C2A}" type="presOf" srcId="{B9F87280-D6B0-4EC6-B880-FE2DBD752DF3}" destId="{1A568280-B3AE-41F9-8229-A66A1FC8B10E}" srcOrd="0" destOrd="0" presId="urn:microsoft.com/office/officeart/2005/8/layout/hierarchy1"/>
    <dgm:cxn modelId="{6E20C7C4-F51E-4718-8629-8EB89F320629}" type="presOf" srcId="{DFA90AFE-CD0C-4820-877F-389378D98159}" destId="{CF1A3C69-7F19-4C02-B735-5C96CC7BF6BE}" srcOrd="0" destOrd="0" presId="urn:microsoft.com/office/officeart/2005/8/layout/hierarchy1"/>
    <dgm:cxn modelId="{F52022CB-023C-4D2B-B622-DB29106AF22C}" type="presOf" srcId="{0397D802-4153-4F5F-9170-F0970C2302FE}" destId="{2B9949ED-3FA3-4233-B6C2-57BE81615CA7}" srcOrd="0" destOrd="0" presId="urn:microsoft.com/office/officeart/2005/8/layout/hierarchy1"/>
    <dgm:cxn modelId="{B2959CD6-0E7D-4514-B8C9-610837DB9DFA}" type="presOf" srcId="{98563C64-395C-4CE4-B107-D8C012D70C6D}" destId="{3508162C-BA5C-488C-B02F-91C18B44E9F0}" srcOrd="0" destOrd="0" presId="urn:microsoft.com/office/officeart/2005/8/layout/hierarchy1"/>
    <dgm:cxn modelId="{A37985EB-A3AC-4D07-B0D9-32BFC6EA03CB}" type="presOf" srcId="{49C62E50-C387-45A1-A57C-1A051CF30BCB}" destId="{CFE988F2-5231-4602-8777-781CEBC0AE10}" srcOrd="0" destOrd="0" presId="urn:microsoft.com/office/officeart/2005/8/layout/hierarchy1"/>
    <dgm:cxn modelId="{267E45F8-3611-4A67-AFC2-BD8F75FB90FC}" srcId="{98563C64-395C-4CE4-B107-D8C012D70C6D}" destId="{2E42BF14-2F0D-441E-ADD6-17DDE4FD2D12}" srcOrd="1" destOrd="0" parTransId="{A52CDD89-AFB2-4274-98C1-C6E0529D708D}" sibTransId="{C72DF88F-2E15-4D2A-BBAC-503D4B48FF20}"/>
    <dgm:cxn modelId="{F20F2EF9-03FD-4AD5-BAA4-D7098BF93795}" type="presOf" srcId="{A52CDD89-AFB2-4274-98C1-C6E0529D708D}" destId="{824EA97E-64CF-41E1-B1A5-92E12E30D4C7}" srcOrd="0" destOrd="0" presId="urn:microsoft.com/office/officeart/2005/8/layout/hierarchy1"/>
    <dgm:cxn modelId="{A333F990-F275-4765-8924-A15D9E84380E}" type="presParOf" srcId="{AF9FE64C-C56C-4F7A-BDE4-9C6DAD5B9123}" destId="{71CFDF78-7445-4F63-A7F4-C3C29BC131D3}" srcOrd="0" destOrd="0" presId="urn:microsoft.com/office/officeart/2005/8/layout/hierarchy1"/>
    <dgm:cxn modelId="{80E60F15-EB63-445C-87C9-57C0CE18C66C}" type="presParOf" srcId="{71CFDF78-7445-4F63-A7F4-C3C29BC131D3}" destId="{530026A6-9D0A-4C8C-AAC2-20A5B3008402}" srcOrd="0" destOrd="0" presId="urn:microsoft.com/office/officeart/2005/8/layout/hierarchy1"/>
    <dgm:cxn modelId="{BDFDC5C9-F3A0-4884-A932-7488BA5C23D6}" type="presParOf" srcId="{530026A6-9D0A-4C8C-AAC2-20A5B3008402}" destId="{159A5CAF-7F69-4307-9264-92B7D703E35A}" srcOrd="0" destOrd="0" presId="urn:microsoft.com/office/officeart/2005/8/layout/hierarchy1"/>
    <dgm:cxn modelId="{0850CDE3-963C-4CBB-982D-B72AAEEC5EC5}" type="presParOf" srcId="{530026A6-9D0A-4C8C-AAC2-20A5B3008402}" destId="{CFE988F2-5231-4602-8777-781CEBC0AE10}" srcOrd="1" destOrd="0" presId="urn:microsoft.com/office/officeart/2005/8/layout/hierarchy1"/>
    <dgm:cxn modelId="{024539FA-AAE7-44E7-AF10-C544738AEB98}" type="presParOf" srcId="{71CFDF78-7445-4F63-A7F4-C3C29BC131D3}" destId="{80F22C44-F55E-4AEE-ABC0-F28D5F473A52}" srcOrd="1" destOrd="0" presId="urn:microsoft.com/office/officeart/2005/8/layout/hierarchy1"/>
    <dgm:cxn modelId="{8284D8C1-8383-4072-BEE6-7598BF18D716}" type="presParOf" srcId="{AF9FE64C-C56C-4F7A-BDE4-9C6DAD5B9123}" destId="{7FDE43C7-C941-4097-B262-0527BEF74D71}" srcOrd="1" destOrd="0" presId="urn:microsoft.com/office/officeart/2005/8/layout/hierarchy1"/>
    <dgm:cxn modelId="{F687BFC2-A1DE-4F6A-A1E5-B75DFCF8177E}" type="presParOf" srcId="{7FDE43C7-C941-4097-B262-0527BEF74D71}" destId="{440DE3B8-9BD2-49FD-91BE-B12C2519814C}" srcOrd="0" destOrd="0" presId="urn:microsoft.com/office/officeart/2005/8/layout/hierarchy1"/>
    <dgm:cxn modelId="{1A34A7C8-E99E-4ED1-83BD-80E9B98D686F}" type="presParOf" srcId="{440DE3B8-9BD2-49FD-91BE-B12C2519814C}" destId="{79958BDD-036F-4C6F-B078-9A416C7429C7}" srcOrd="0" destOrd="0" presId="urn:microsoft.com/office/officeart/2005/8/layout/hierarchy1"/>
    <dgm:cxn modelId="{74EE0929-6A18-483F-BDE2-0032742D55D4}" type="presParOf" srcId="{440DE3B8-9BD2-49FD-91BE-B12C2519814C}" destId="{A828D43B-2E8D-480B-AF00-80816DB3375E}" srcOrd="1" destOrd="0" presId="urn:microsoft.com/office/officeart/2005/8/layout/hierarchy1"/>
    <dgm:cxn modelId="{E90F3D9D-638B-428A-A823-D0BC1BEDD896}" type="presParOf" srcId="{7FDE43C7-C941-4097-B262-0527BEF74D71}" destId="{0DB163F4-4454-40F7-8A30-892BDB5CA282}" srcOrd="1" destOrd="0" presId="urn:microsoft.com/office/officeart/2005/8/layout/hierarchy1"/>
    <dgm:cxn modelId="{FC71DCBD-C307-4FAE-9733-F84DDCA2C533}" type="presParOf" srcId="{AF9FE64C-C56C-4F7A-BDE4-9C6DAD5B9123}" destId="{775A5AE4-059B-45D0-855D-C32609FA2E1D}" srcOrd="2" destOrd="0" presId="urn:microsoft.com/office/officeart/2005/8/layout/hierarchy1"/>
    <dgm:cxn modelId="{9E58D980-7976-47E4-B532-EBED9DCDC843}" type="presParOf" srcId="{775A5AE4-059B-45D0-855D-C32609FA2E1D}" destId="{3754730A-C389-4A19-8C5E-5B3D4514FC5F}" srcOrd="0" destOrd="0" presId="urn:microsoft.com/office/officeart/2005/8/layout/hierarchy1"/>
    <dgm:cxn modelId="{24163A50-D7C7-4DC8-B69A-8575C8A1E6CD}" type="presParOf" srcId="{3754730A-C389-4A19-8C5E-5B3D4514FC5F}" destId="{15519F9D-EC63-4F70-836F-6DC039B0347C}" srcOrd="0" destOrd="0" presId="urn:microsoft.com/office/officeart/2005/8/layout/hierarchy1"/>
    <dgm:cxn modelId="{B0337857-D6EC-445C-8E07-8D991BF4DD02}" type="presParOf" srcId="{3754730A-C389-4A19-8C5E-5B3D4514FC5F}" destId="{1A568280-B3AE-41F9-8229-A66A1FC8B10E}" srcOrd="1" destOrd="0" presId="urn:microsoft.com/office/officeart/2005/8/layout/hierarchy1"/>
    <dgm:cxn modelId="{A3533C05-7A52-41CB-934E-189027219BBA}" type="presParOf" srcId="{775A5AE4-059B-45D0-855D-C32609FA2E1D}" destId="{AE677363-9FDC-4AAB-8696-23D80C6F83CA}" srcOrd="1" destOrd="0" presId="urn:microsoft.com/office/officeart/2005/8/layout/hierarchy1"/>
    <dgm:cxn modelId="{EB25D352-EBF4-4F67-A37C-A9DCB3A555D3}" type="presParOf" srcId="{AF9FE64C-C56C-4F7A-BDE4-9C6DAD5B9123}" destId="{AE77CA99-9A81-4DBC-AA00-5A8BAE48A6E1}" srcOrd="3" destOrd="0" presId="urn:microsoft.com/office/officeart/2005/8/layout/hierarchy1"/>
    <dgm:cxn modelId="{2947DA58-AB8A-4371-B86F-9A69AD7F3A10}" type="presParOf" srcId="{AE77CA99-9A81-4DBC-AA00-5A8BAE48A6E1}" destId="{82415B1B-570F-41F3-84EA-48105EEA14C7}" srcOrd="0" destOrd="0" presId="urn:microsoft.com/office/officeart/2005/8/layout/hierarchy1"/>
    <dgm:cxn modelId="{3BAF7FA6-E14E-4C8A-B0E1-DC62189F60BC}" type="presParOf" srcId="{82415B1B-570F-41F3-84EA-48105EEA14C7}" destId="{4E878648-E503-4565-952E-F4D969D874D8}" srcOrd="0" destOrd="0" presId="urn:microsoft.com/office/officeart/2005/8/layout/hierarchy1"/>
    <dgm:cxn modelId="{7AF8B554-EA72-4AC8-B1B5-BD1371F6C60E}" type="presParOf" srcId="{82415B1B-570F-41F3-84EA-48105EEA14C7}" destId="{3508162C-BA5C-488C-B02F-91C18B44E9F0}" srcOrd="1" destOrd="0" presId="urn:microsoft.com/office/officeart/2005/8/layout/hierarchy1"/>
    <dgm:cxn modelId="{EB9CBC27-173A-4058-B0A1-944F67A3C323}" type="presParOf" srcId="{AE77CA99-9A81-4DBC-AA00-5A8BAE48A6E1}" destId="{669750C5-1297-4DE0-A178-241C35FC3DC4}" srcOrd="1" destOrd="0" presId="urn:microsoft.com/office/officeart/2005/8/layout/hierarchy1"/>
    <dgm:cxn modelId="{7C11D2E5-4BD6-44E8-BD0B-38843B62AA2A}" type="presParOf" srcId="{669750C5-1297-4DE0-A178-241C35FC3DC4}" destId="{CF1A3C69-7F19-4C02-B735-5C96CC7BF6BE}" srcOrd="0" destOrd="0" presId="urn:microsoft.com/office/officeart/2005/8/layout/hierarchy1"/>
    <dgm:cxn modelId="{71D61A84-362B-474D-94A2-ADBC03ED1E4F}" type="presParOf" srcId="{669750C5-1297-4DE0-A178-241C35FC3DC4}" destId="{E7D14CE0-89EC-4D97-9E71-9C91BE956367}" srcOrd="1" destOrd="0" presId="urn:microsoft.com/office/officeart/2005/8/layout/hierarchy1"/>
    <dgm:cxn modelId="{5F838976-02FE-4558-8E72-71AD7560989B}" type="presParOf" srcId="{E7D14CE0-89EC-4D97-9E71-9C91BE956367}" destId="{50897C03-2525-432D-B1E0-25C71BDB6787}" srcOrd="0" destOrd="0" presId="urn:microsoft.com/office/officeart/2005/8/layout/hierarchy1"/>
    <dgm:cxn modelId="{12A201EC-B2E3-4365-BBD2-A2BFB56CAF2B}" type="presParOf" srcId="{50897C03-2525-432D-B1E0-25C71BDB6787}" destId="{A93080E0-4F44-4CBA-A06C-6893E806C827}" srcOrd="0" destOrd="0" presId="urn:microsoft.com/office/officeart/2005/8/layout/hierarchy1"/>
    <dgm:cxn modelId="{CCF747BA-957C-4F48-A49D-13D8D0AC8354}" type="presParOf" srcId="{50897C03-2525-432D-B1E0-25C71BDB6787}" destId="{2B9949ED-3FA3-4233-B6C2-57BE81615CA7}" srcOrd="1" destOrd="0" presId="urn:microsoft.com/office/officeart/2005/8/layout/hierarchy1"/>
    <dgm:cxn modelId="{425FA52F-EE2A-4BED-98C9-E90F538603CE}" type="presParOf" srcId="{E7D14CE0-89EC-4D97-9E71-9C91BE956367}" destId="{19AC1118-F07A-41C6-A271-DCE577EB26EE}" srcOrd="1" destOrd="0" presId="urn:microsoft.com/office/officeart/2005/8/layout/hierarchy1"/>
    <dgm:cxn modelId="{E7091A63-DE8D-4778-8827-78D4EB2DF392}" type="presParOf" srcId="{669750C5-1297-4DE0-A178-241C35FC3DC4}" destId="{824EA97E-64CF-41E1-B1A5-92E12E30D4C7}" srcOrd="2" destOrd="0" presId="urn:microsoft.com/office/officeart/2005/8/layout/hierarchy1"/>
    <dgm:cxn modelId="{4897F70E-76B5-4FC7-B345-2E95C7479481}" type="presParOf" srcId="{669750C5-1297-4DE0-A178-241C35FC3DC4}" destId="{314EE830-4103-4388-9E7F-E9239BA7D402}" srcOrd="3" destOrd="0" presId="urn:microsoft.com/office/officeart/2005/8/layout/hierarchy1"/>
    <dgm:cxn modelId="{F8C52A8F-444F-40E3-9027-B7B643F4360E}" type="presParOf" srcId="{314EE830-4103-4388-9E7F-E9239BA7D402}" destId="{57120C4D-8477-43C9-8F80-4DD69990D107}" srcOrd="0" destOrd="0" presId="urn:microsoft.com/office/officeart/2005/8/layout/hierarchy1"/>
    <dgm:cxn modelId="{0002D610-6234-4188-A68C-DA4FA646F11F}" type="presParOf" srcId="{57120C4D-8477-43C9-8F80-4DD69990D107}" destId="{4A96DC65-3802-434D-A312-4812EACA3306}" srcOrd="0" destOrd="0" presId="urn:microsoft.com/office/officeart/2005/8/layout/hierarchy1"/>
    <dgm:cxn modelId="{058E7F65-F0C6-41A5-B75F-86549DF10E94}" type="presParOf" srcId="{57120C4D-8477-43C9-8F80-4DD69990D107}" destId="{08E44229-A5A2-47B3-9E67-276B338E74C6}" srcOrd="1" destOrd="0" presId="urn:microsoft.com/office/officeart/2005/8/layout/hierarchy1"/>
    <dgm:cxn modelId="{CE7D5FE3-E624-4778-A319-64B6DAD7F0B5}" type="presParOf" srcId="{314EE830-4103-4388-9E7F-E9239BA7D402}" destId="{4D4AC215-154F-4E83-B103-300E266B123B}" srcOrd="1" destOrd="0" presId="urn:microsoft.com/office/officeart/2005/8/layout/hierarchy1"/>
    <dgm:cxn modelId="{58BEC1ED-AC7D-4C01-9D2A-0D6698CBFDAB}" type="presParOf" srcId="{AF9FE64C-C56C-4F7A-BDE4-9C6DAD5B9123}" destId="{D8BE7903-B8DF-4031-A72A-2611503819A7}" srcOrd="4" destOrd="0" presId="urn:microsoft.com/office/officeart/2005/8/layout/hierarchy1"/>
    <dgm:cxn modelId="{58FB1245-76AF-481D-9F08-556FC189AC68}" type="presParOf" srcId="{D8BE7903-B8DF-4031-A72A-2611503819A7}" destId="{87F0A9BA-5AC3-4EC7-9937-C51C3F4ACF6F}" srcOrd="0" destOrd="0" presId="urn:microsoft.com/office/officeart/2005/8/layout/hierarchy1"/>
    <dgm:cxn modelId="{FDC20576-7420-4EB7-80A6-F84AC57B52C8}" type="presParOf" srcId="{87F0A9BA-5AC3-4EC7-9937-C51C3F4ACF6F}" destId="{18B4938A-30DD-410B-936B-575711436D5E}" srcOrd="0" destOrd="0" presId="urn:microsoft.com/office/officeart/2005/8/layout/hierarchy1"/>
    <dgm:cxn modelId="{8762E670-298E-49CB-BAC6-877BE529478D}" type="presParOf" srcId="{87F0A9BA-5AC3-4EC7-9937-C51C3F4ACF6F}" destId="{4B88D132-1A74-492C-A773-47510CA11B6F}" srcOrd="1" destOrd="0" presId="urn:microsoft.com/office/officeart/2005/8/layout/hierarchy1"/>
    <dgm:cxn modelId="{F2FD8008-A1D1-42A3-BFC1-8EEE2AA03E67}" type="presParOf" srcId="{D8BE7903-B8DF-4031-A72A-2611503819A7}" destId="{6DED2E95-0D9C-4477-BDC1-B0009113AE0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9EB284-97B6-42CC-9D86-E45761F8EC73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D51779-41FB-471A-8BC7-7D288AEBB49A}">
      <dgm:prSet/>
      <dgm:spPr/>
      <dgm:t>
        <a:bodyPr/>
        <a:lstStyle/>
        <a:p>
          <a:r>
            <a:rPr lang="en-US" dirty="0"/>
            <a:t>They simulate S7-300 from the many PLCs offered by HoneyPLC, and this choice is motivated by the lower Honey Score obtained from the HoneyPLC paper</a:t>
          </a:r>
        </a:p>
      </dgm:t>
    </dgm:pt>
    <dgm:pt modelId="{B9CD365A-C247-476C-86DB-21FD5383D510}" type="parTrans" cxnId="{0CBFBE0C-E35A-4AFA-AF5C-30146FC1E716}">
      <dgm:prSet/>
      <dgm:spPr/>
      <dgm:t>
        <a:bodyPr/>
        <a:lstStyle/>
        <a:p>
          <a:endParaRPr lang="en-US"/>
        </a:p>
      </dgm:t>
    </dgm:pt>
    <dgm:pt modelId="{4A7B3473-08B7-48CC-882B-9489673C047B}" type="sibTrans" cxnId="{0CBFBE0C-E35A-4AFA-AF5C-30146FC1E716}">
      <dgm:prSet/>
      <dgm:spPr/>
      <dgm:t>
        <a:bodyPr/>
        <a:lstStyle/>
        <a:p>
          <a:endParaRPr lang="en-US"/>
        </a:p>
      </dgm:t>
    </dgm:pt>
    <dgm:pt modelId="{F43A04B2-C351-471B-9C4C-DDE64028741B}">
      <dgm:prSet/>
      <dgm:spPr/>
      <dgm:t>
        <a:bodyPr/>
        <a:lstStyle/>
        <a:p>
          <a:r>
            <a:rPr lang="en-US" dirty="0"/>
            <a:t>Their main contribution is that they integrated interactive physical process simulation and the possibility of interacting with it.</a:t>
          </a:r>
        </a:p>
      </dgm:t>
    </dgm:pt>
    <dgm:pt modelId="{EEED942F-DBD3-4714-9AD6-499A418488DF}" type="parTrans" cxnId="{51F0DE64-EEBD-4FDE-9A75-D68795B95620}">
      <dgm:prSet/>
      <dgm:spPr/>
      <dgm:t>
        <a:bodyPr/>
        <a:lstStyle/>
        <a:p>
          <a:endParaRPr lang="en-US"/>
        </a:p>
      </dgm:t>
    </dgm:pt>
    <dgm:pt modelId="{93C1F553-52B1-4843-BBA3-8C353BC06121}" type="sibTrans" cxnId="{51F0DE64-EEBD-4FDE-9A75-D68795B95620}">
      <dgm:prSet/>
      <dgm:spPr/>
      <dgm:t>
        <a:bodyPr/>
        <a:lstStyle/>
        <a:p>
          <a:endParaRPr lang="en-US"/>
        </a:p>
      </dgm:t>
    </dgm:pt>
    <dgm:pt modelId="{262B3FA5-37BB-428A-8071-F88B79E733DB}">
      <dgm:prSet/>
      <dgm:spPr/>
      <dgm:t>
        <a:bodyPr/>
        <a:lstStyle/>
        <a:p>
          <a:r>
            <a:rPr lang="en-US" dirty="0"/>
            <a:t>This is achieved via </a:t>
          </a:r>
          <a:r>
            <a:rPr lang="en-US" dirty="0" err="1"/>
            <a:t>MiniCPS</a:t>
          </a:r>
          <a:r>
            <a:rPr lang="en-US" dirty="0"/>
            <a:t> simulation in the host machine, and they simulate water treatment process</a:t>
          </a:r>
        </a:p>
      </dgm:t>
    </dgm:pt>
    <dgm:pt modelId="{5827B409-32FB-4A00-84A9-E32D85025C89}" type="parTrans" cxnId="{5F07145A-76F8-4D97-9F73-C7B4BFB5DD27}">
      <dgm:prSet/>
      <dgm:spPr/>
      <dgm:t>
        <a:bodyPr/>
        <a:lstStyle/>
        <a:p>
          <a:endParaRPr lang="en-US"/>
        </a:p>
      </dgm:t>
    </dgm:pt>
    <dgm:pt modelId="{4CF877DB-ED8E-4885-8606-2EABE2A57BF6}" type="sibTrans" cxnId="{5F07145A-76F8-4D97-9F73-C7B4BFB5DD27}">
      <dgm:prSet/>
      <dgm:spPr/>
      <dgm:t>
        <a:bodyPr/>
        <a:lstStyle/>
        <a:p>
          <a:endParaRPr lang="en-US"/>
        </a:p>
      </dgm:t>
    </dgm:pt>
    <dgm:pt modelId="{6A346C17-354E-486A-B9CE-D57F7DD09AFF}">
      <dgm:prSet/>
      <dgm:spPr/>
      <dgm:t>
        <a:bodyPr/>
        <a:lstStyle/>
        <a:p>
          <a:r>
            <a:rPr lang="en-US" dirty="0"/>
            <a:t>They also integrated the possibility of using S7comm protocol to write and read data in the </a:t>
          </a:r>
          <a:r>
            <a:rPr lang="en-US" dirty="0" err="1"/>
            <a:t>MiniCPS</a:t>
          </a:r>
          <a:r>
            <a:rPr lang="en-US" dirty="0"/>
            <a:t> database, so the attacker can modify the states of the valves controlling the water </a:t>
          </a:r>
          <a:r>
            <a:rPr lang="en-US" dirty="0" err="1"/>
            <a:t>flwo</a:t>
          </a:r>
          <a:r>
            <a:rPr lang="en-US" dirty="0"/>
            <a:t>.</a:t>
          </a:r>
        </a:p>
      </dgm:t>
    </dgm:pt>
    <dgm:pt modelId="{45A6AEEE-2B20-4EA2-AD6A-E4DF15AE0F81}" type="parTrans" cxnId="{39789EC5-66EB-4D38-B20C-9E137CB2F6F7}">
      <dgm:prSet/>
      <dgm:spPr/>
      <dgm:t>
        <a:bodyPr/>
        <a:lstStyle/>
        <a:p>
          <a:endParaRPr lang="en-US"/>
        </a:p>
      </dgm:t>
    </dgm:pt>
    <dgm:pt modelId="{A02BDAC0-2352-4C6B-A346-81DDD664B960}" type="sibTrans" cxnId="{39789EC5-66EB-4D38-B20C-9E137CB2F6F7}">
      <dgm:prSet/>
      <dgm:spPr/>
      <dgm:t>
        <a:bodyPr/>
        <a:lstStyle/>
        <a:p>
          <a:endParaRPr lang="en-US"/>
        </a:p>
      </dgm:t>
    </dgm:pt>
    <dgm:pt modelId="{7D9586F6-FFD7-447B-9637-C14AAF908C6E}" type="pres">
      <dgm:prSet presAssocID="{C89EB284-97B6-42CC-9D86-E45761F8EC73}" presName="outerComposite" presStyleCnt="0">
        <dgm:presLayoutVars>
          <dgm:chMax val="5"/>
          <dgm:dir/>
          <dgm:resizeHandles val="exact"/>
        </dgm:presLayoutVars>
      </dgm:prSet>
      <dgm:spPr/>
    </dgm:pt>
    <dgm:pt modelId="{27D8D45F-36DF-4368-BEAD-048B77CA0CB9}" type="pres">
      <dgm:prSet presAssocID="{C89EB284-97B6-42CC-9D86-E45761F8EC73}" presName="dummyMaxCanvas" presStyleCnt="0">
        <dgm:presLayoutVars/>
      </dgm:prSet>
      <dgm:spPr/>
    </dgm:pt>
    <dgm:pt modelId="{94D82B06-C9C6-4223-987A-698C3B3238F7}" type="pres">
      <dgm:prSet presAssocID="{C89EB284-97B6-42CC-9D86-E45761F8EC73}" presName="FourNodes_1" presStyleLbl="node1" presStyleIdx="0" presStyleCnt="4" custLinFactNeighborX="3" custLinFactNeighborY="-9834">
        <dgm:presLayoutVars>
          <dgm:bulletEnabled val="1"/>
        </dgm:presLayoutVars>
      </dgm:prSet>
      <dgm:spPr/>
    </dgm:pt>
    <dgm:pt modelId="{2E444BC3-F03C-4A94-BB84-7A20859156F3}" type="pres">
      <dgm:prSet presAssocID="{C89EB284-97B6-42CC-9D86-E45761F8EC73}" presName="FourNodes_2" presStyleLbl="node1" presStyleIdx="1" presStyleCnt="4">
        <dgm:presLayoutVars>
          <dgm:bulletEnabled val="1"/>
        </dgm:presLayoutVars>
      </dgm:prSet>
      <dgm:spPr/>
    </dgm:pt>
    <dgm:pt modelId="{27A9E50F-ED70-410E-94D6-7106F5A99C66}" type="pres">
      <dgm:prSet presAssocID="{C89EB284-97B6-42CC-9D86-E45761F8EC73}" presName="FourNodes_3" presStyleLbl="node1" presStyleIdx="2" presStyleCnt="4">
        <dgm:presLayoutVars>
          <dgm:bulletEnabled val="1"/>
        </dgm:presLayoutVars>
      </dgm:prSet>
      <dgm:spPr/>
    </dgm:pt>
    <dgm:pt modelId="{C26ACF20-D22C-4A69-A3B5-5D8BF971AE47}" type="pres">
      <dgm:prSet presAssocID="{C89EB284-97B6-42CC-9D86-E45761F8EC73}" presName="FourNodes_4" presStyleLbl="node1" presStyleIdx="3" presStyleCnt="4">
        <dgm:presLayoutVars>
          <dgm:bulletEnabled val="1"/>
        </dgm:presLayoutVars>
      </dgm:prSet>
      <dgm:spPr/>
    </dgm:pt>
    <dgm:pt modelId="{3C2B694C-9A5B-49ED-A26A-7DD5EC21E327}" type="pres">
      <dgm:prSet presAssocID="{C89EB284-97B6-42CC-9D86-E45761F8EC73}" presName="FourConn_1-2" presStyleLbl="fgAccFollowNode1" presStyleIdx="0" presStyleCnt="3">
        <dgm:presLayoutVars>
          <dgm:bulletEnabled val="1"/>
        </dgm:presLayoutVars>
      </dgm:prSet>
      <dgm:spPr/>
    </dgm:pt>
    <dgm:pt modelId="{77CB7211-E7B5-45F0-B718-1BB6569D1D7B}" type="pres">
      <dgm:prSet presAssocID="{C89EB284-97B6-42CC-9D86-E45761F8EC73}" presName="FourConn_2-3" presStyleLbl="fgAccFollowNode1" presStyleIdx="1" presStyleCnt="3">
        <dgm:presLayoutVars>
          <dgm:bulletEnabled val="1"/>
        </dgm:presLayoutVars>
      </dgm:prSet>
      <dgm:spPr/>
    </dgm:pt>
    <dgm:pt modelId="{82A234EA-BDD8-4ADB-A2A8-B9F1F96D12A9}" type="pres">
      <dgm:prSet presAssocID="{C89EB284-97B6-42CC-9D86-E45761F8EC73}" presName="FourConn_3-4" presStyleLbl="fgAccFollowNode1" presStyleIdx="2" presStyleCnt="3">
        <dgm:presLayoutVars>
          <dgm:bulletEnabled val="1"/>
        </dgm:presLayoutVars>
      </dgm:prSet>
      <dgm:spPr/>
    </dgm:pt>
    <dgm:pt modelId="{36D90147-CB04-4A24-959E-0F1CECBB4450}" type="pres">
      <dgm:prSet presAssocID="{C89EB284-97B6-42CC-9D86-E45761F8EC73}" presName="FourNodes_1_text" presStyleLbl="node1" presStyleIdx="3" presStyleCnt="4">
        <dgm:presLayoutVars>
          <dgm:bulletEnabled val="1"/>
        </dgm:presLayoutVars>
      </dgm:prSet>
      <dgm:spPr/>
    </dgm:pt>
    <dgm:pt modelId="{9B382993-DD21-4A5B-8881-5461A0C16AD7}" type="pres">
      <dgm:prSet presAssocID="{C89EB284-97B6-42CC-9D86-E45761F8EC73}" presName="FourNodes_2_text" presStyleLbl="node1" presStyleIdx="3" presStyleCnt="4">
        <dgm:presLayoutVars>
          <dgm:bulletEnabled val="1"/>
        </dgm:presLayoutVars>
      </dgm:prSet>
      <dgm:spPr/>
    </dgm:pt>
    <dgm:pt modelId="{FC2D9D7F-E5A1-44FD-BAA9-5C8150B513C5}" type="pres">
      <dgm:prSet presAssocID="{C89EB284-97B6-42CC-9D86-E45761F8EC73}" presName="FourNodes_3_text" presStyleLbl="node1" presStyleIdx="3" presStyleCnt="4">
        <dgm:presLayoutVars>
          <dgm:bulletEnabled val="1"/>
        </dgm:presLayoutVars>
      </dgm:prSet>
      <dgm:spPr/>
    </dgm:pt>
    <dgm:pt modelId="{AD0335EB-66BE-47B0-BF2A-5C12A8D7F8D1}" type="pres">
      <dgm:prSet presAssocID="{C89EB284-97B6-42CC-9D86-E45761F8EC7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DDF0E04-E5DA-4419-95FB-9EB2A4F00EB7}" type="presOf" srcId="{C89EB284-97B6-42CC-9D86-E45761F8EC73}" destId="{7D9586F6-FFD7-447B-9637-C14AAF908C6E}" srcOrd="0" destOrd="0" presId="urn:microsoft.com/office/officeart/2005/8/layout/vProcess5"/>
    <dgm:cxn modelId="{75BC3F07-AE47-45B5-8E22-DDF9729CD63D}" type="presOf" srcId="{6A346C17-354E-486A-B9CE-D57F7DD09AFF}" destId="{C26ACF20-D22C-4A69-A3B5-5D8BF971AE47}" srcOrd="0" destOrd="0" presId="urn:microsoft.com/office/officeart/2005/8/layout/vProcess5"/>
    <dgm:cxn modelId="{0CBFBE0C-E35A-4AFA-AF5C-30146FC1E716}" srcId="{C89EB284-97B6-42CC-9D86-E45761F8EC73}" destId="{66D51779-41FB-471A-8BC7-7D288AEBB49A}" srcOrd="0" destOrd="0" parTransId="{B9CD365A-C247-476C-86DB-21FD5383D510}" sibTransId="{4A7B3473-08B7-48CC-882B-9489673C047B}"/>
    <dgm:cxn modelId="{FEB9381C-A556-4B9B-9F86-4BA889A60639}" type="presOf" srcId="{F43A04B2-C351-471B-9C4C-DDE64028741B}" destId="{2E444BC3-F03C-4A94-BB84-7A20859156F3}" srcOrd="0" destOrd="0" presId="urn:microsoft.com/office/officeart/2005/8/layout/vProcess5"/>
    <dgm:cxn modelId="{25460537-E67F-4BD7-86A8-932F4C1788F9}" type="presOf" srcId="{66D51779-41FB-471A-8BC7-7D288AEBB49A}" destId="{94D82B06-C9C6-4223-987A-698C3B3238F7}" srcOrd="0" destOrd="0" presId="urn:microsoft.com/office/officeart/2005/8/layout/vProcess5"/>
    <dgm:cxn modelId="{51F0DE64-EEBD-4FDE-9A75-D68795B95620}" srcId="{C89EB284-97B6-42CC-9D86-E45761F8EC73}" destId="{F43A04B2-C351-471B-9C4C-DDE64028741B}" srcOrd="1" destOrd="0" parTransId="{EEED942F-DBD3-4714-9AD6-499A418488DF}" sibTransId="{93C1F553-52B1-4843-BBA3-8C353BC06121}"/>
    <dgm:cxn modelId="{0CA32C45-373E-421A-9F07-F46DA05AEA84}" type="presOf" srcId="{93C1F553-52B1-4843-BBA3-8C353BC06121}" destId="{77CB7211-E7B5-45F0-B718-1BB6569D1D7B}" srcOrd="0" destOrd="0" presId="urn:microsoft.com/office/officeart/2005/8/layout/vProcess5"/>
    <dgm:cxn modelId="{5F07145A-76F8-4D97-9F73-C7B4BFB5DD27}" srcId="{C89EB284-97B6-42CC-9D86-E45761F8EC73}" destId="{262B3FA5-37BB-428A-8071-F88B79E733DB}" srcOrd="2" destOrd="0" parTransId="{5827B409-32FB-4A00-84A9-E32D85025C89}" sibTransId="{4CF877DB-ED8E-4885-8606-2EABE2A57BF6}"/>
    <dgm:cxn modelId="{1D235485-D7EE-4946-8A57-5DC3756143D9}" type="presOf" srcId="{4CF877DB-ED8E-4885-8606-2EABE2A57BF6}" destId="{82A234EA-BDD8-4ADB-A2A8-B9F1F96D12A9}" srcOrd="0" destOrd="0" presId="urn:microsoft.com/office/officeart/2005/8/layout/vProcess5"/>
    <dgm:cxn modelId="{39789EC5-66EB-4D38-B20C-9E137CB2F6F7}" srcId="{C89EB284-97B6-42CC-9D86-E45761F8EC73}" destId="{6A346C17-354E-486A-B9CE-D57F7DD09AFF}" srcOrd="3" destOrd="0" parTransId="{45A6AEEE-2B20-4EA2-AD6A-E4DF15AE0F81}" sibTransId="{A02BDAC0-2352-4C6B-A346-81DDD664B960}"/>
    <dgm:cxn modelId="{665FB2C5-DC08-4739-80FC-93BBA3F5FA22}" type="presOf" srcId="{F43A04B2-C351-471B-9C4C-DDE64028741B}" destId="{9B382993-DD21-4A5B-8881-5461A0C16AD7}" srcOrd="1" destOrd="0" presId="urn:microsoft.com/office/officeart/2005/8/layout/vProcess5"/>
    <dgm:cxn modelId="{C5803DD2-E713-423F-8713-48902FC9622C}" type="presOf" srcId="{262B3FA5-37BB-428A-8071-F88B79E733DB}" destId="{FC2D9D7F-E5A1-44FD-BAA9-5C8150B513C5}" srcOrd="1" destOrd="0" presId="urn:microsoft.com/office/officeart/2005/8/layout/vProcess5"/>
    <dgm:cxn modelId="{4E16F0DD-272B-49E4-B6C3-06371390069F}" type="presOf" srcId="{4A7B3473-08B7-48CC-882B-9489673C047B}" destId="{3C2B694C-9A5B-49ED-A26A-7DD5EC21E327}" srcOrd="0" destOrd="0" presId="urn:microsoft.com/office/officeart/2005/8/layout/vProcess5"/>
    <dgm:cxn modelId="{5F82B3E8-A216-4FF3-87E0-883C5AF78BBC}" type="presOf" srcId="{66D51779-41FB-471A-8BC7-7D288AEBB49A}" destId="{36D90147-CB04-4A24-959E-0F1CECBB4450}" srcOrd="1" destOrd="0" presId="urn:microsoft.com/office/officeart/2005/8/layout/vProcess5"/>
    <dgm:cxn modelId="{B79C1AEB-29DF-4417-B7E4-0BFE8A782D40}" type="presOf" srcId="{6A346C17-354E-486A-B9CE-D57F7DD09AFF}" destId="{AD0335EB-66BE-47B0-BF2A-5C12A8D7F8D1}" srcOrd="1" destOrd="0" presId="urn:microsoft.com/office/officeart/2005/8/layout/vProcess5"/>
    <dgm:cxn modelId="{BD90C7EF-0556-4352-A352-EE6F8B3D95D0}" type="presOf" srcId="{262B3FA5-37BB-428A-8071-F88B79E733DB}" destId="{27A9E50F-ED70-410E-94D6-7106F5A99C66}" srcOrd="0" destOrd="0" presId="urn:microsoft.com/office/officeart/2005/8/layout/vProcess5"/>
    <dgm:cxn modelId="{4C38250A-FFA4-489B-A7C6-42C7219BBEF9}" type="presParOf" srcId="{7D9586F6-FFD7-447B-9637-C14AAF908C6E}" destId="{27D8D45F-36DF-4368-BEAD-048B77CA0CB9}" srcOrd="0" destOrd="0" presId="urn:microsoft.com/office/officeart/2005/8/layout/vProcess5"/>
    <dgm:cxn modelId="{850044B4-56A2-4170-9BE1-DBA7DD833754}" type="presParOf" srcId="{7D9586F6-FFD7-447B-9637-C14AAF908C6E}" destId="{94D82B06-C9C6-4223-987A-698C3B3238F7}" srcOrd="1" destOrd="0" presId="urn:microsoft.com/office/officeart/2005/8/layout/vProcess5"/>
    <dgm:cxn modelId="{32E51E32-EDCF-42FA-888F-F6CDA932B294}" type="presParOf" srcId="{7D9586F6-FFD7-447B-9637-C14AAF908C6E}" destId="{2E444BC3-F03C-4A94-BB84-7A20859156F3}" srcOrd="2" destOrd="0" presId="urn:microsoft.com/office/officeart/2005/8/layout/vProcess5"/>
    <dgm:cxn modelId="{99D57F83-62E4-4DFC-A8AB-6228FABDDF9D}" type="presParOf" srcId="{7D9586F6-FFD7-447B-9637-C14AAF908C6E}" destId="{27A9E50F-ED70-410E-94D6-7106F5A99C66}" srcOrd="3" destOrd="0" presId="urn:microsoft.com/office/officeart/2005/8/layout/vProcess5"/>
    <dgm:cxn modelId="{EAB2A265-6842-4806-977F-3F9617187D8E}" type="presParOf" srcId="{7D9586F6-FFD7-447B-9637-C14AAF908C6E}" destId="{C26ACF20-D22C-4A69-A3B5-5D8BF971AE47}" srcOrd="4" destOrd="0" presId="urn:microsoft.com/office/officeart/2005/8/layout/vProcess5"/>
    <dgm:cxn modelId="{98645405-2867-4A36-8DC2-E529711E2699}" type="presParOf" srcId="{7D9586F6-FFD7-447B-9637-C14AAF908C6E}" destId="{3C2B694C-9A5B-49ED-A26A-7DD5EC21E327}" srcOrd="5" destOrd="0" presId="urn:microsoft.com/office/officeart/2005/8/layout/vProcess5"/>
    <dgm:cxn modelId="{850E3905-C7A5-4302-A7D6-494D4014263D}" type="presParOf" srcId="{7D9586F6-FFD7-447B-9637-C14AAF908C6E}" destId="{77CB7211-E7B5-45F0-B718-1BB6569D1D7B}" srcOrd="6" destOrd="0" presId="urn:microsoft.com/office/officeart/2005/8/layout/vProcess5"/>
    <dgm:cxn modelId="{B463817E-06AC-4E56-9D15-8F8187471785}" type="presParOf" srcId="{7D9586F6-FFD7-447B-9637-C14AAF908C6E}" destId="{82A234EA-BDD8-4ADB-A2A8-B9F1F96D12A9}" srcOrd="7" destOrd="0" presId="urn:microsoft.com/office/officeart/2005/8/layout/vProcess5"/>
    <dgm:cxn modelId="{F9668C07-2754-4D53-A69A-6029CC471BF9}" type="presParOf" srcId="{7D9586F6-FFD7-447B-9637-C14AAF908C6E}" destId="{36D90147-CB04-4A24-959E-0F1CECBB4450}" srcOrd="8" destOrd="0" presId="urn:microsoft.com/office/officeart/2005/8/layout/vProcess5"/>
    <dgm:cxn modelId="{888EB5D6-EB5E-4AD8-8F1B-565F0823C75E}" type="presParOf" srcId="{7D9586F6-FFD7-447B-9637-C14AAF908C6E}" destId="{9B382993-DD21-4A5B-8881-5461A0C16AD7}" srcOrd="9" destOrd="0" presId="urn:microsoft.com/office/officeart/2005/8/layout/vProcess5"/>
    <dgm:cxn modelId="{1AA69573-02B3-4156-AD33-00539DDC939E}" type="presParOf" srcId="{7D9586F6-FFD7-447B-9637-C14AAF908C6E}" destId="{FC2D9D7F-E5A1-44FD-BAA9-5C8150B513C5}" srcOrd="10" destOrd="0" presId="urn:microsoft.com/office/officeart/2005/8/layout/vProcess5"/>
    <dgm:cxn modelId="{FB57F4D8-9097-4D20-BA85-6D0975B473A1}" type="presParOf" srcId="{7D9586F6-FFD7-447B-9637-C14AAF908C6E}" destId="{AD0335EB-66BE-47B0-BF2A-5C12A8D7F8D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B89F6D-5890-4148-8222-EB4EAD6D2967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FB31C90-C36D-4BAD-9385-73EC07C55F6B}">
      <dgm:prSet/>
      <dgm:spPr/>
      <dgm:t>
        <a:bodyPr/>
        <a:lstStyle/>
        <a:p>
          <a:r>
            <a:rPr lang="en-US" dirty="0"/>
            <a:t>Web interface</a:t>
          </a:r>
        </a:p>
      </dgm:t>
    </dgm:pt>
    <dgm:pt modelId="{28837F5A-B284-43C6-907C-60916F872FEC}" type="parTrans" cxnId="{9FD9C6C1-921A-40CB-8E77-E650684A8987}">
      <dgm:prSet/>
      <dgm:spPr/>
      <dgm:t>
        <a:bodyPr/>
        <a:lstStyle/>
        <a:p>
          <a:endParaRPr lang="en-US"/>
        </a:p>
      </dgm:t>
    </dgm:pt>
    <dgm:pt modelId="{F22819A4-CDCF-45D1-9851-498B2F15A0D5}" type="sibTrans" cxnId="{9FD9C6C1-921A-40CB-8E77-E650684A8987}">
      <dgm:prSet/>
      <dgm:spPr/>
      <dgm:t>
        <a:bodyPr/>
        <a:lstStyle/>
        <a:p>
          <a:endParaRPr lang="en-US"/>
        </a:p>
      </dgm:t>
    </dgm:pt>
    <dgm:pt modelId="{6AF941A6-7E52-44B2-8C76-4717486796E1}">
      <dgm:prSet/>
      <dgm:spPr/>
      <dgm:t>
        <a:bodyPr/>
        <a:lstStyle/>
        <a:p>
          <a:r>
            <a:rPr lang="en-US" dirty="0"/>
            <a:t>Reporting data </a:t>
          </a:r>
          <a:r>
            <a:rPr lang="en-US"/>
            <a:t>about simulated </a:t>
          </a:r>
          <a:r>
            <a:rPr lang="en-US" dirty="0"/>
            <a:t>physical process</a:t>
          </a:r>
        </a:p>
      </dgm:t>
    </dgm:pt>
    <dgm:pt modelId="{56E19D5A-0769-4F9B-A84D-36DB49B0D0F4}" type="parTrans" cxnId="{45F1FEB7-57BB-46CF-A96B-6D8BF8DE126F}">
      <dgm:prSet/>
      <dgm:spPr/>
      <dgm:t>
        <a:bodyPr/>
        <a:lstStyle/>
        <a:p>
          <a:endParaRPr lang="en-US"/>
        </a:p>
      </dgm:t>
    </dgm:pt>
    <dgm:pt modelId="{1C9D905F-EBCF-4E36-8F7D-5B58220BC0D7}" type="sibTrans" cxnId="{45F1FEB7-57BB-46CF-A96B-6D8BF8DE126F}">
      <dgm:prSet/>
      <dgm:spPr/>
      <dgm:t>
        <a:bodyPr/>
        <a:lstStyle/>
        <a:p>
          <a:endParaRPr lang="en-US"/>
        </a:p>
      </dgm:t>
    </dgm:pt>
    <dgm:pt modelId="{F98F6A9F-F998-4F50-AEB9-FD609CA430AD}">
      <dgm:prSet/>
      <dgm:spPr/>
      <dgm:t>
        <a:bodyPr/>
        <a:lstStyle/>
        <a:p>
          <a:r>
            <a:rPr lang="en-US"/>
            <a:t>Summary of the services: </a:t>
          </a:r>
        </a:p>
      </dgm:t>
    </dgm:pt>
    <dgm:pt modelId="{8D4EB524-5C21-4D1D-B46E-0FEFA1C4BD7D}" type="parTrans" cxnId="{806A76CC-B610-48BC-A1B1-0FB64C57E6A9}">
      <dgm:prSet/>
      <dgm:spPr/>
      <dgm:t>
        <a:bodyPr/>
        <a:lstStyle/>
        <a:p>
          <a:endParaRPr lang="en-US"/>
        </a:p>
      </dgm:t>
    </dgm:pt>
    <dgm:pt modelId="{AAC4F181-722A-49E2-B66C-6D89EE8ADB51}" type="sibTrans" cxnId="{806A76CC-B610-48BC-A1B1-0FB64C57E6A9}">
      <dgm:prSet/>
      <dgm:spPr/>
      <dgm:t>
        <a:bodyPr/>
        <a:lstStyle/>
        <a:p>
          <a:endParaRPr lang="en-US"/>
        </a:p>
      </dgm:t>
    </dgm:pt>
    <dgm:pt modelId="{61CE7BD4-9242-4C4C-ADA8-5088BAE6525F}">
      <dgm:prSet/>
      <dgm:spPr/>
      <dgm:t>
        <a:bodyPr/>
        <a:lstStyle/>
        <a:p>
          <a:r>
            <a:rPr lang="en-US"/>
            <a:t>Http</a:t>
          </a:r>
        </a:p>
      </dgm:t>
    </dgm:pt>
    <dgm:pt modelId="{300C7E51-0290-43CB-A853-5D68972765C7}" type="parTrans" cxnId="{F7D572B8-3C17-4E82-8230-BDD5D8DF8B1D}">
      <dgm:prSet/>
      <dgm:spPr/>
      <dgm:t>
        <a:bodyPr/>
        <a:lstStyle/>
        <a:p>
          <a:endParaRPr lang="en-US"/>
        </a:p>
      </dgm:t>
    </dgm:pt>
    <dgm:pt modelId="{B2CD988E-45B3-4A9B-B659-5EAF9CD23702}" type="sibTrans" cxnId="{F7D572B8-3C17-4E82-8230-BDD5D8DF8B1D}">
      <dgm:prSet/>
      <dgm:spPr/>
      <dgm:t>
        <a:bodyPr/>
        <a:lstStyle/>
        <a:p>
          <a:endParaRPr lang="en-US"/>
        </a:p>
      </dgm:t>
    </dgm:pt>
    <dgm:pt modelId="{CD407BBC-63CA-4BC3-BDBB-201839EE26EC}">
      <dgm:prSet/>
      <dgm:spPr/>
      <dgm:t>
        <a:bodyPr/>
        <a:lstStyle/>
        <a:p>
          <a:r>
            <a:rPr lang="en-US"/>
            <a:t>SNMP</a:t>
          </a:r>
        </a:p>
      </dgm:t>
    </dgm:pt>
    <dgm:pt modelId="{EAD0E548-510F-466B-8DD0-6E14B0566820}" type="parTrans" cxnId="{D44CF121-F87D-4A60-B870-5F6D6AFB80F3}">
      <dgm:prSet/>
      <dgm:spPr/>
      <dgm:t>
        <a:bodyPr/>
        <a:lstStyle/>
        <a:p>
          <a:endParaRPr lang="en-US"/>
        </a:p>
      </dgm:t>
    </dgm:pt>
    <dgm:pt modelId="{F141954C-8280-4350-8DAD-AF04190CEDEB}" type="sibTrans" cxnId="{D44CF121-F87D-4A60-B870-5F6D6AFB80F3}">
      <dgm:prSet/>
      <dgm:spPr/>
      <dgm:t>
        <a:bodyPr/>
        <a:lstStyle/>
        <a:p>
          <a:endParaRPr lang="en-US"/>
        </a:p>
      </dgm:t>
    </dgm:pt>
    <dgm:pt modelId="{89961506-1DB1-43BB-99CF-6A1C07C64EEB}">
      <dgm:prSet/>
      <dgm:spPr/>
      <dgm:t>
        <a:bodyPr/>
        <a:lstStyle/>
        <a:p>
          <a:r>
            <a:rPr lang="en-US"/>
            <a:t>Modbus</a:t>
          </a:r>
        </a:p>
      </dgm:t>
    </dgm:pt>
    <dgm:pt modelId="{05B6DBEB-C6B4-4793-8B16-EF3382C003CE}" type="parTrans" cxnId="{9C9C78F2-E007-43A2-B148-C774B88D77D3}">
      <dgm:prSet/>
      <dgm:spPr/>
      <dgm:t>
        <a:bodyPr/>
        <a:lstStyle/>
        <a:p>
          <a:endParaRPr lang="en-US"/>
        </a:p>
      </dgm:t>
    </dgm:pt>
    <dgm:pt modelId="{E9C2D50C-97DE-47B5-8C12-D1117FB249CE}" type="sibTrans" cxnId="{9C9C78F2-E007-43A2-B148-C774B88D77D3}">
      <dgm:prSet/>
      <dgm:spPr/>
      <dgm:t>
        <a:bodyPr/>
        <a:lstStyle/>
        <a:p>
          <a:endParaRPr lang="en-US"/>
        </a:p>
      </dgm:t>
    </dgm:pt>
    <dgm:pt modelId="{7C25E838-EC32-4889-A82C-3BAF20A3694D}">
      <dgm:prSet/>
      <dgm:spPr/>
      <dgm:t>
        <a:bodyPr/>
        <a:lstStyle/>
        <a:p>
          <a:r>
            <a:rPr lang="en-US"/>
            <a:t>S7comm</a:t>
          </a:r>
        </a:p>
      </dgm:t>
    </dgm:pt>
    <dgm:pt modelId="{EEAF43B8-09A0-4963-B94C-68203D689F55}" type="parTrans" cxnId="{45901848-5E8E-4AE2-AC32-DECCAF4B1991}">
      <dgm:prSet/>
      <dgm:spPr/>
      <dgm:t>
        <a:bodyPr/>
        <a:lstStyle/>
        <a:p>
          <a:endParaRPr lang="en-US"/>
        </a:p>
      </dgm:t>
    </dgm:pt>
    <dgm:pt modelId="{A4B73F11-213C-4A17-AC2C-C76F55CFBE26}" type="sibTrans" cxnId="{45901848-5E8E-4AE2-AC32-DECCAF4B1991}">
      <dgm:prSet/>
      <dgm:spPr/>
      <dgm:t>
        <a:bodyPr/>
        <a:lstStyle/>
        <a:p>
          <a:endParaRPr lang="en-US"/>
        </a:p>
      </dgm:t>
    </dgm:pt>
    <dgm:pt modelId="{61EC374B-8FF4-4464-8F5A-38D0030BBC83}" type="pres">
      <dgm:prSet presAssocID="{F1B89F6D-5890-4148-8222-EB4EAD6D2967}" presName="Name0" presStyleCnt="0">
        <dgm:presLayoutVars>
          <dgm:dir/>
          <dgm:animLvl val="lvl"/>
          <dgm:resizeHandles val="exact"/>
        </dgm:presLayoutVars>
      </dgm:prSet>
      <dgm:spPr/>
    </dgm:pt>
    <dgm:pt modelId="{6EA5F1CB-4337-4F6F-A43B-A7E81CAE45AC}" type="pres">
      <dgm:prSet presAssocID="{AFB31C90-C36D-4BAD-9385-73EC07C55F6B}" presName="composite" presStyleCnt="0"/>
      <dgm:spPr/>
    </dgm:pt>
    <dgm:pt modelId="{CE49A21A-10CE-48D3-AE49-02192EC8ED48}" type="pres">
      <dgm:prSet presAssocID="{AFB31C90-C36D-4BAD-9385-73EC07C55F6B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4E75BC4D-96E5-4280-848B-52C318F1356D}" type="pres">
      <dgm:prSet presAssocID="{AFB31C90-C36D-4BAD-9385-73EC07C55F6B}" presName="desTx" presStyleLbl="revTx" presStyleIdx="0" presStyleCnt="2">
        <dgm:presLayoutVars>
          <dgm:bulletEnabled val="1"/>
        </dgm:presLayoutVars>
      </dgm:prSet>
      <dgm:spPr/>
    </dgm:pt>
    <dgm:pt modelId="{7CF9C50A-46DC-4E7E-9BD9-1C0376E6D874}" type="pres">
      <dgm:prSet presAssocID="{F22819A4-CDCF-45D1-9851-498B2F15A0D5}" presName="space" presStyleCnt="0"/>
      <dgm:spPr/>
    </dgm:pt>
    <dgm:pt modelId="{47814F6A-37D3-43F8-8541-50DB020E6320}" type="pres">
      <dgm:prSet presAssocID="{F98F6A9F-F998-4F50-AEB9-FD609CA430AD}" presName="composite" presStyleCnt="0"/>
      <dgm:spPr/>
    </dgm:pt>
    <dgm:pt modelId="{7A13DCF0-3A43-4299-A30E-342F26B652C8}" type="pres">
      <dgm:prSet presAssocID="{F98F6A9F-F998-4F50-AEB9-FD609CA430AD}" presName="parTx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153D74F1-AA21-4280-BA48-52570FE093CA}" type="pres">
      <dgm:prSet presAssocID="{F98F6A9F-F998-4F50-AEB9-FD609CA430AD}" presName="desTx" presStyleLbl="revTx" presStyleIdx="1" presStyleCnt="2">
        <dgm:presLayoutVars>
          <dgm:bulletEnabled val="1"/>
        </dgm:presLayoutVars>
      </dgm:prSet>
      <dgm:spPr/>
    </dgm:pt>
  </dgm:ptLst>
  <dgm:cxnLst>
    <dgm:cxn modelId="{D44CF121-F87D-4A60-B870-5F6D6AFB80F3}" srcId="{F98F6A9F-F998-4F50-AEB9-FD609CA430AD}" destId="{CD407BBC-63CA-4BC3-BDBB-201839EE26EC}" srcOrd="1" destOrd="0" parTransId="{EAD0E548-510F-466B-8DD0-6E14B0566820}" sibTransId="{F141954C-8280-4350-8DAD-AF04190CEDEB}"/>
    <dgm:cxn modelId="{45901848-5E8E-4AE2-AC32-DECCAF4B1991}" srcId="{F98F6A9F-F998-4F50-AEB9-FD609CA430AD}" destId="{7C25E838-EC32-4889-A82C-3BAF20A3694D}" srcOrd="3" destOrd="0" parTransId="{EEAF43B8-09A0-4963-B94C-68203D689F55}" sibTransId="{A4B73F11-213C-4A17-AC2C-C76F55CFBE26}"/>
    <dgm:cxn modelId="{6D23EF69-7463-4694-B034-A53EDEAE6571}" type="presOf" srcId="{F1B89F6D-5890-4148-8222-EB4EAD6D2967}" destId="{61EC374B-8FF4-4464-8F5A-38D0030BBC83}" srcOrd="0" destOrd="0" presId="urn:microsoft.com/office/officeart/2005/8/layout/chevron1"/>
    <dgm:cxn modelId="{12E77358-EF4F-4C59-851E-2F3C181FA56E}" type="presOf" srcId="{6AF941A6-7E52-44B2-8C76-4717486796E1}" destId="{4E75BC4D-96E5-4280-848B-52C318F1356D}" srcOrd="0" destOrd="0" presId="urn:microsoft.com/office/officeart/2005/8/layout/chevron1"/>
    <dgm:cxn modelId="{74D89380-C3A9-47CC-B705-006AAE37787C}" type="presOf" srcId="{CD407BBC-63CA-4BC3-BDBB-201839EE26EC}" destId="{153D74F1-AA21-4280-BA48-52570FE093CA}" srcOrd="0" destOrd="1" presId="urn:microsoft.com/office/officeart/2005/8/layout/chevron1"/>
    <dgm:cxn modelId="{C38D3A8A-F50B-4818-9BC3-D4C0AF14F63D}" type="presOf" srcId="{7C25E838-EC32-4889-A82C-3BAF20A3694D}" destId="{153D74F1-AA21-4280-BA48-52570FE093CA}" srcOrd="0" destOrd="3" presId="urn:microsoft.com/office/officeart/2005/8/layout/chevron1"/>
    <dgm:cxn modelId="{367DA2AB-0645-40A4-9A3D-EDF2A2AD111E}" type="presOf" srcId="{F98F6A9F-F998-4F50-AEB9-FD609CA430AD}" destId="{7A13DCF0-3A43-4299-A30E-342F26B652C8}" srcOrd="0" destOrd="0" presId="urn:microsoft.com/office/officeart/2005/8/layout/chevron1"/>
    <dgm:cxn modelId="{45F1FEB7-57BB-46CF-A96B-6D8BF8DE126F}" srcId="{AFB31C90-C36D-4BAD-9385-73EC07C55F6B}" destId="{6AF941A6-7E52-44B2-8C76-4717486796E1}" srcOrd="0" destOrd="0" parTransId="{56E19D5A-0769-4F9B-A84D-36DB49B0D0F4}" sibTransId="{1C9D905F-EBCF-4E36-8F7D-5B58220BC0D7}"/>
    <dgm:cxn modelId="{F7D572B8-3C17-4E82-8230-BDD5D8DF8B1D}" srcId="{F98F6A9F-F998-4F50-AEB9-FD609CA430AD}" destId="{61CE7BD4-9242-4C4C-ADA8-5088BAE6525F}" srcOrd="0" destOrd="0" parTransId="{300C7E51-0290-43CB-A853-5D68972765C7}" sibTransId="{B2CD988E-45B3-4A9B-B659-5EAF9CD23702}"/>
    <dgm:cxn modelId="{DA6C86BF-2163-48EB-8DB3-E3C6C4E150EB}" type="presOf" srcId="{89961506-1DB1-43BB-99CF-6A1C07C64EEB}" destId="{153D74F1-AA21-4280-BA48-52570FE093CA}" srcOrd="0" destOrd="2" presId="urn:microsoft.com/office/officeart/2005/8/layout/chevron1"/>
    <dgm:cxn modelId="{9FD9C6C1-921A-40CB-8E77-E650684A8987}" srcId="{F1B89F6D-5890-4148-8222-EB4EAD6D2967}" destId="{AFB31C90-C36D-4BAD-9385-73EC07C55F6B}" srcOrd="0" destOrd="0" parTransId="{28837F5A-B284-43C6-907C-60916F872FEC}" sibTransId="{F22819A4-CDCF-45D1-9851-498B2F15A0D5}"/>
    <dgm:cxn modelId="{806A76CC-B610-48BC-A1B1-0FB64C57E6A9}" srcId="{F1B89F6D-5890-4148-8222-EB4EAD6D2967}" destId="{F98F6A9F-F998-4F50-AEB9-FD609CA430AD}" srcOrd="1" destOrd="0" parTransId="{8D4EB524-5C21-4D1D-B46E-0FEFA1C4BD7D}" sibTransId="{AAC4F181-722A-49E2-B66C-6D89EE8ADB51}"/>
    <dgm:cxn modelId="{A3C580D2-2662-451D-A17A-CEE111F3607C}" type="presOf" srcId="{61CE7BD4-9242-4C4C-ADA8-5088BAE6525F}" destId="{153D74F1-AA21-4280-BA48-52570FE093CA}" srcOrd="0" destOrd="0" presId="urn:microsoft.com/office/officeart/2005/8/layout/chevron1"/>
    <dgm:cxn modelId="{9C9C78F2-E007-43A2-B148-C774B88D77D3}" srcId="{F98F6A9F-F998-4F50-AEB9-FD609CA430AD}" destId="{89961506-1DB1-43BB-99CF-6A1C07C64EEB}" srcOrd="2" destOrd="0" parTransId="{05B6DBEB-C6B4-4793-8B16-EF3382C003CE}" sibTransId="{E9C2D50C-97DE-47B5-8C12-D1117FB249CE}"/>
    <dgm:cxn modelId="{68CFDBFB-F0A4-49D0-8FF2-95B93A3A61B5}" type="presOf" srcId="{AFB31C90-C36D-4BAD-9385-73EC07C55F6B}" destId="{CE49A21A-10CE-48D3-AE49-02192EC8ED48}" srcOrd="0" destOrd="0" presId="urn:microsoft.com/office/officeart/2005/8/layout/chevron1"/>
    <dgm:cxn modelId="{13A5C360-F0B0-4106-9071-1A36371C9EED}" type="presParOf" srcId="{61EC374B-8FF4-4464-8F5A-38D0030BBC83}" destId="{6EA5F1CB-4337-4F6F-A43B-A7E81CAE45AC}" srcOrd="0" destOrd="0" presId="urn:microsoft.com/office/officeart/2005/8/layout/chevron1"/>
    <dgm:cxn modelId="{F78CE25D-A65C-4652-BF22-9A1A684D5C70}" type="presParOf" srcId="{6EA5F1CB-4337-4F6F-A43B-A7E81CAE45AC}" destId="{CE49A21A-10CE-48D3-AE49-02192EC8ED48}" srcOrd="0" destOrd="0" presId="urn:microsoft.com/office/officeart/2005/8/layout/chevron1"/>
    <dgm:cxn modelId="{0B5EDE83-EFD9-43BF-BCF6-BCBB14A4FD21}" type="presParOf" srcId="{6EA5F1CB-4337-4F6F-A43B-A7E81CAE45AC}" destId="{4E75BC4D-96E5-4280-848B-52C318F1356D}" srcOrd="1" destOrd="0" presId="urn:microsoft.com/office/officeart/2005/8/layout/chevron1"/>
    <dgm:cxn modelId="{8222A8B5-23A2-4BF3-840B-B1B90F5453FE}" type="presParOf" srcId="{61EC374B-8FF4-4464-8F5A-38D0030BBC83}" destId="{7CF9C50A-46DC-4E7E-9BD9-1C0376E6D874}" srcOrd="1" destOrd="0" presId="urn:microsoft.com/office/officeart/2005/8/layout/chevron1"/>
    <dgm:cxn modelId="{9C6E8A46-5B7D-4967-865C-5C7D82D60C8D}" type="presParOf" srcId="{61EC374B-8FF4-4464-8F5A-38D0030BBC83}" destId="{47814F6A-37D3-43F8-8541-50DB020E6320}" srcOrd="2" destOrd="0" presId="urn:microsoft.com/office/officeart/2005/8/layout/chevron1"/>
    <dgm:cxn modelId="{89B5F0A3-6614-43D0-9B20-B41B7D5449E9}" type="presParOf" srcId="{47814F6A-37D3-43F8-8541-50DB020E6320}" destId="{7A13DCF0-3A43-4299-A30E-342F26B652C8}" srcOrd="0" destOrd="0" presId="urn:microsoft.com/office/officeart/2005/8/layout/chevron1"/>
    <dgm:cxn modelId="{E8A760D8-4A50-4871-9524-38D53D7492EA}" type="presParOf" srcId="{47814F6A-37D3-43F8-8541-50DB020E6320}" destId="{153D74F1-AA21-4280-BA48-52570FE093CA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C047A2-E73B-4CE8-B898-6659353C2F3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962EC1-C025-4ED3-98D8-B386060CF87F}">
      <dgm:prSet/>
      <dgm:spPr/>
      <dgm:t>
        <a:bodyPr/>
        <a:lstStyle/>
        <a:p>
          <a:r>
            <a:rPr lang="en-US"/>
            <a:t>Modbus/TCP protocol enables the communication between industrial devices and supervisor computers in a master-slave paradigm. </a:t>
          </a:r>
        </a:p>
      </dgm:t>
    </dgm:pt>
    <dgm:pt modelId="{436912B7-6C4B-48B2-9859-A6CA2772AC1F}" type="parTrans" cxnId="{400A92E8-5A5E-4E83-A2BE-C7D049F26D6A}">
      <dgm:prSet/>
      <dgm:spPr/>
      <dgm:t>
        <a:bodyPr/>
        <a:lstStyle/>
        <a:p>
          <a:endParaRPr lang="en-US"/>
        </a:p>
      </dgm:t>
    </dgm:pt>
    <dgm:pt modelId="{D6D0C3B9-9AE2-4D59-A28E-5E1672167717}" type="sibTrans" cxnId="{400A92E8-5A5E-4E83-A2BE-C7D049F26D6A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74BD0617-D0D6-4F17-BDA2-104889477332}">
      <dgm:prSet/>
      <dgm:spPr/>
      <dgm:t>
        <a:bodyPr/>
        <a:lstStyle/>
        <a:p>
          <a:r>
            <a:rPr lang="en-US"/>
            <a:t>ICSpot implements Modbus/TCP using a python script from the SCADA Honeynet project.</a:t>
          </a:r>
        </a:p>
      </dgm:t>
    </dgm:pt>
    <dgm:pt modelId="{164496F2-B73B-47CA-BCC3-8F65329B076F}" type="parTrans" cxnId="{7511C361-ECBF-46A0-B8CA-BA83F5C90D09}">
      <dgm:prSet/>
      <dgm:spPr/>
      <dgm:t>
        <a:bodyPr/>
        <a:lstStyle/>
        <a:p>
          <a:endParaRPr lang="en-US"/>
        </a:p>
      </dgm:t>
    </dgm:pt>
    <dgm:pt modelId="{ED9C470F-49A3-43BB-B163-56E2D374CB06}" type="sibTrans" cxnId="{7511C361-ECBF-46A0-B8CA-BA83F5C90D09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0FA5C26-2FE6-484A-AB59-FA9FA4F43463}">
      <dgm:prSet/>
      <dgm:spPr/>
      <dgm:t>
        <a:bodyPr/>
        <a:lstStyle/>
        <a:p>
          <a:r>
            <a:rPr lang="en-US"/>
            <a:t>This implementation is considered low-interaction but allows connecting to the honeypot, which takes the role of slave, and reading and writing data, exactly as with a real PLC.</a:t>
          </a:r>
        </a:p>
      </dgm:t>
    </dgm:pt>
    <dgm:pt modelId="{B559E578-0AFA-4674-AEEC-98EF65C8AD77}" type="parTrans" cxnId="{DA0B6081-E844-43F2-9BF8-3800070B4A0C}">
      <dgm:prSet/>
      <dgm:spPr/>
      <dgm:t>
        <a:bodyPr/>
        <a:lstStyle/>
        <a:p>
          <a:endParaRPr lang="en-US"/>
        </a:p>
      </dgm:t>
    </dgm:pt>
    <dgm:pt modelId="{2142BC49-7E79-4796-B571-EC6F05E51266}" type="sibTrans" cxnId="{DA0B6081-E844-43F2-9BF8-3800070B4A0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A8E2CA37-65EE-4BD5-AC65-D2C4526A6D2C}" type="pres">
      <dgm:prSet presAssocID="{85C047A2-E73B-4CE8-B898-6659353C2F31}" presName="Name0" presStyleCnt="0">
        <dgm:presLayoutVars>
          <dgm:animLvl val="lvl"/>
          <dgm:resizeHandles val="exact"/>
        </dgm:presLayoutVars>
      </dgm:prSet>
      <dgm:spPr/>
    </dgm:pt>
    <dgm:pt modelId="{8CB735FB-2D97-45E6-9000-5DB02000F05A}" type="pres">
      <dgm:prSet presAssocID="{53962EC1-C025-4ED3-98D8-B386060CF87F}" presName="compositeNode" presStyleCnt="0">
        <dgm:presLayoutVars>
          <dgm:bulletEnabled val="1"/>
        </dgm:presLayoutVars>
      </dgm:prSet>
      <dgm:spPr/>
    </dgm:pt>
    <dgm:pt modelId="{AD16EF39-0449-41F7-ACEE-7F1453B44A85}" type="pres">
      <dgm:prSet presAssocID="{53962EC1-C025-4ED3-98D8-B386060CF87F}" presName="bgRect" presStyleLbl="alignNode1" presStyleIdx="0" presStyleCnt="3"/>
      <dgm:spPr/>
    </dgm:pt>
    <dgm:pt modelId="{636CAAA2-96EF-4D2B-AE83-258CEF43A0A2}" type="pres">
      <dgm:prSet presAssocID="{D6D0C3B9-9AE2-4D59-A28E-5E167216771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4161E0AE-C9CE-4CB9-8DBD-3279EB34851F}" type="pres">
      <dgm:prSet presAssocID="{53962EC1-C025-4ED3-98D8-B386060CF87F}" presName="nodeRect" presStyleLbl="alignNode1" presStyleIdx="0" presStyleCnt="3">
        <dgm:presLayoutVars>
          <dgm:bulletEnabled val="1"/>
        </dgm:presLayoutVars>
      </dgm:prSet>
      <dgm:spPr/>
    </dgm:pt>
    <dgm:pt modelId="{57C49C2D-ED0C-421C-8928-0B8D7E983014}" type="pres">
      <dgm:prSet presAssocID="{D6D0C3B9-9AE2-4D59-A28E-5E1672167717}" presName="sibTrans" presStyleCnt="0"/>
      <dgm:spPr/>
    </dgm:pt>
    <dgm:pt modelId="{18E5D519-7060-43B7-B0EB-55F1B722A0B1}" type="pres">
      <dgm:prSet presAssocID="{74BD0617-D0D6-4F17-BDA2-104889477332}" presName="compositeNode" presStyleCnt="0">
        <dgm:presLayoutVars>
          <dgm:bulletEnabled val="1"/>
        </dgm:presLayoutVars>
      </dgm:prSet>
      <dgm:spPr/>
    </dgm:pt>
    <dgm:pt modelId="{BC43D649-0E1A-4FD2-991A-8F645D0A301C}" type="pres">
      <dgm:prSet presAssocID="{74BD0617-D0D6-4F17-BDA2-104889477332}" presName="bgRect" presStyleLbl="alignNode1" presStyleIdx="1" presStyleCnt="3"/>
      <dgm:spPr/>
    </dgm:pt>
    <dgm:pt modelId="{A729E99F-9B62-475A-9A54-27CFE635176A}" type="pres">
      <dgm:prSet presAssocID="{ED9C470F-49A3-43BB-B163-56E2D374CB06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ADC4EDA-FE0E-4265-8535-03816F178ABE}" type="pres">
      <dgm:prSet presAssocID="{74BD0617-D0D6-4F17-BDA2-104889477332}" presName="nodeRect" presStyleLbl="alignNode1" presStyleIdx="1" presStyleCnt="3">
        <dgm:presLayoutVars>
          <dgm:bulletEnabled val="1"/>
        </dgm:presLayoutVars>
      </dgm:prSet>
      <dgm:spPr/>
    </dgm:pt>
    <dgm:pt modelId="{CB3EA1AB-FFCA-4DD7-816D-55456BCEDB07}" type="pres">
      <dgm:prSet presAssocID="{ED9C470F-49A3-43BB-B163-56E2D374CB06}" presName="sibTrans" presStyleCnt="0"/>
      <dgm:spPr/>
    </dgm:pt>
    <dgm:pt modelId="{85E68550-9924-41DE-B684-F96022ADC9B0}" type="pres">
      <dgm:prSet presAssocID="{20FA5C26-2FE6-484A-AB59-FA9FA4F43463}" presName="compositeNode" presStyleCnt="0">
        <dgm:presLayoutVars>
          <dgm:bulletEnabled val="1"/>
        </dgm:presLayoutVars>
      </dgm:prSet>
      <dgm:spPr/>
    </dgm:pt>
    <dgm:pt modelId="{428438ED-9686-48D1-AEDC-DAE1162035E2}" type="pres">
      <dgm:prSet presAssocID="{20FA5C26-2FE6-484A-AB59-FA9FA4F43463}" presName="bgRect" presStyleLbl="alignNode1" presStyleIdx="2" presStyleCnt="3"/>
      <dgm:spPr/>
    </dgm:pt>
    <dgm:pt modelId="{BF6F496F-7026-49D4-8878-0A7BF1376347}" type="pres">
      <dgm:prSet presAssocID="{2142BC49-7E79-4796-B571-EC6F05E51266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541889D-62E5-44A0-8523-82D179E8DA3E}" type="pres">
      <dgm:prSet presAssocID="{20FA5C26-2FE6-484A-AB59-FA9FA4F4346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84FFA601-096A-4A91-9A7D-0A4A4F4C61C0}" type="presOf" srcId="{85C047A2-E73B-4CE8-B898-6659353C2F31}" destId="{A8E2CA37-65EE-4BD5-AC65-D2C4526A6D2C}" srcOrd="0" destOrd="0" presId="urn:microsoft.com/office/officeart/2016/7/layout/LinearBlockProcessNumbered"/>
    <dgm:cxn modelId="{7511C361-ECBF-46A0-B8CA-BA83F5C90D09}" srcId="{85C047A2-E73B-4CE8-B898-6659353C2F31}" destId="{74BD0617-D0D6-4F17-BDA2-104889477332}" srcOrd="1" destOrd="0" parTransId="{164496F2-B73B-47CA-BCC3-8F65329B076F}" sibTransId="{ED9C470F-49A3-43BB-B163-56E2D374CB06}"/>
    <dgm:cxn modelId="{F8396A64-15A7-4BA2-A47B-F95635FE6539}" type="presOf" srcId="{53962EC1-C025-4ED3-98D8-B386060CF87F}" destId="{4161E0AE-C9CE-4CB9-8DBD-3279EB34851F}" srcOrd="1" destOrd="0" presId="urn:microsoft.com/office/officeart/2016/7/layout/LinearBlockProcessNumbered"/>
    <dgm:cxn modelId="{305BBC67-20CE-4FDD-BDB8-D91DB53F34CF}" type="presOf" srcId="{20FA5C26-2FE6-484A-AB59-FA9FA4F43463}" destId="{428438ED-9686-48D1-AEDC-DAE1162035E2}" srcOrd="0" destOrd="0" presId="urn:microsoft.com/office/officeart/2016/7/layout/LinearBlockProcessNumbered"/>
    <dgm:cxn modelId="{8E793176-443C-4458-BAEB-68C69CDABFA4}" type="presOf" srcId="{ED9C470F-49A3-43BB-B163-56E2D374CB06}" destId="{A729E99F-9B62-475A-9A54-27CFE635176A}" srcOrd="0" destOrd="0" presId="urn:microsoft.com/office/officeart/2016/7/layout/LinearBlockProcessNumbered"/>
    <dgm:cxn modelId="{DA0B6081-E844-43F2-9BF8-3800070B4A0C}" srcId="{85C047A2-E73B-4CE8-B898-6659353C2F31}" destId="{20FA5C26-2FE6-484A-AB59-FA9FA4F43463}" srcOrd="2" destOrd="0" parTransId="{B559E578-0AFA-4674-AEEC-98EF65C8AD77}" sibTransId="{2142BC49-7E79-4796-B571-EC6F05E51266}"/>
    <dgm:cxn modelId="{4CC6F785-4417-4F15-BB01-0F9E1736F375}" type="presOf" srcId="{D6D0C3B9-9AE2-4D59-A28E-5E1672167717}" destId="{636CAAA2-96EF-4D2B-AE83-258CEF43A0A2}" srcOrd="0" destOrd="0" presId="urn:microsoft.com/office/officeart/2016/7/layout/LinearBlockProcessNumbered"/>
    <dgm:cxn modelId="{693906B5-3567-4863-9977-BB79323AF786}" type="presOf" srcId="{74BD0617-D0D6-4F17-BDA2-104889477332}" destId="{BC43D649-0E1A-4FD2-991A-8F645D0A301C}" srcOrd="0" destOrd="0" presId="urn:microsoft.com/office/officeart/2016/7/layout/LinearBlockProcessNumbered"/>
    <dgm:cxn modelId="{3E0C42D2-D617-4B09-862D-EA5B295E178A}" type="presOf" srcId="{20FA5C26-2FE6-484A-AB59-FA9FA4F43463}" destId="{D541889D-62E5-44A0-8523-82D179E8DA3E}" srcOrd="1" destOrd="0" presId="urn:microsoft.com/office/officeart/2016/7/layout/LinearBlockProcessNumbered"/>
    <dgm:cxn modelId="{44BD8AD6-40C1-4D30-AF4A-22FA80371097}" type="presOf" srcId="{74BD0617-D0D6-4F17-BDA2-104889477332}" destId="{CADC4EDA-FE0E-4265-8535-03816F178ABE}" srcOrd="1" destOrd="0" presId="urn:microsoft.com/office/officeart/2016/7/layout/LinearBlockProcessNumbered"/>
    <dgm:cxn modelId="{C2F805DF-D948-478C-BA38-9DF27E4A6D19}" type="presOf" srcId="{2142BC49-7E79-4796-B571-EC6F05E51266}" destId="{BF6F496F-7026-49D4-8878-0A7BF1376347}" srcOrd="0" destOrd="0" presId="urn:microsoft.com/office/officeart/2016/7/layout/LinearBlockProcessNumbered"/>
    <dgm:cxn modelId="{400A92E8-5A5E-4E83-A2BE-C7D049F26D6A}" srcId="{85C047A2-E73B-4CE8-B898-6659353C2F31}" destId="{53962EC1-C025-4ED3-98D8-B386060CF87F}" srcOrd="0" destOrd="0" parTransId="{436912B7-6C4B-48B2-9859-A6CA2772AC1F}" sibTransId="{D6D0C3B9-9AE2-4D59-A28E-5E1672167717}"/>
    <dgm:cxn modelId="{7013B7F4-EDDF-465F-A5A0-8548D1580C4E}" type="presOf" srcId="{53962EC1-C025-4ED3-98D8-B386060CF87F}" destId="{AD16EF39-0449-41F7-ACEE-7F1453B44A85}" srcOrd="0" destOrd="0" presId="urn:microsoft.com/office/officeart/2016/7/layout/LinearBlockProcessNumbered"/>
    <dgm:cxn modelId="{1241721C-4771-4F3F-91BE-3DC88BD12215}" type="presParOf" srcId="{A8E2CA37-65EE-4BD5-AC65-D2C4526A6D2C}" destId="{8CB735FB-2D97-45E6-9000-5DB02000F05A}" srcOrd="0" destOrd="0" presId="urn:microsoft.com/office/officeart/2016/7/layout/LinearBlockProcessNumbered"/>
    <dgm:cxn modelId="{8D4821E5-625D-4205-81AD-2BF12786B183}" type="presParOf" srcId="{8CB735FB-2D97-45E6-9000-5DB02000F05A}" destId="{AD16EF39-0449-41F7-ACEE-7F1453B44A85}" srcOrd="0" destOrd="0" presId="urn:microsoft.com/office/officeart/2016/7/layout/LinearBlockProcessNumbered"/>
    <dgm:cxn modelId="{BCD5E6B0-37D9-4573-82F4-5788744ED8D9}" type="presParOf" srcId="{8CB735FB-2D97-45E6-9000-5DB02000F05A}" destId="{636CAAA2-96EF-4D2B-AE83-258CEF43A0A2}" srcOrd="1" destOrd="0" presId="urn:microsoft.com/office/officeart/2016/7/layout/LinearBlockProcessNumbered"/>
    <dgm:cxn modelId="{3983C6C7-5C44-4A03-BD17-425536C8789E}" type="presParOf" srcId="{8CB735FB-2D97-45E6-9000-5DB02000F05A}" destId="{4161E0AE-C9CE-4CB9-8DBD-3279EB34851F}" srcOrd="2" destOrd="0" presId="urn:microsoft.com/office/officeart/2016/7/layout/LinearBlockProcessNumbered"/>
    <dgm:cxn modelId="{4D7B43A5-4154-4701-ACC0-AB2385429843}" type="presParOf" srcId="{A8E2CA37-65EE-4BD5-AC65-D2C4526A6D2C}" destId="{57C49C2D-ED0C-421C-8928-0B8D7E983014}" srcOrd="1" destOrd="0" presId="urn:microsoft.com/office/officeart/2016/7/layout/LinearBlockProcessNumbered"/>
    <dgm:cxn modelId="{B26C8B77-084F-404F-8C80-54475AD5CFB4}" type="presParOf" srcId="{A8E2CA37-65EE-4BD5-AC65-D2C4526A6D2C}" destId="{18E5D519-7060-43B7-B0EB-55F1B722A0B1}" srcOrd="2" destOrd="0" presId="urn:microsoft.com/office/officeart/2016/7/layout/LinearBlockProcessNumbered"/>
    <dgm:cxn modelId="{7B0968BF-0B2A-472C-93B4-4B2A2EAA73A4}" type="presParOf" srcId="{18E5D519-7060-43B7-B0EB-55F1B722A0B1}" destId="{BC43D649-0E1A-4FD2-991A-8F645D0A301C}" srcOrd="0" destOrd="0" presId="urn:microsoft.com/office/officeart/2016/7/layout/LinearBlockProcessNumbered"/>
    <dgm:cxn modelId="{D24EB7B3-3FBE-4570-A999-32C114B14F20}" type="presParOf" srcId="{18E5D519-7060-43B7-B0EB-55F1B722A0B1}" destId="{A729E99F-9B62-475A-9A54-27CFE635176A}" srcOrd="1" destOrd="0" presId="urn:microsoft.com/office/officeart/2016/7/layout/LinearBlockProcessNumbered"/>
    <dgm:cxn modelId="{B17BEE53-8FE9-4D83-A8C1-1CBCAAD529BE}" type="presParOf" srcId="{18E5D519-7060-43B7-B0EB-55F1B722A0B1}" destId="{CADC4EDA-FE0E-4265-8535-03816F178ABE}" srcOrd="2" destOrd="0" presId="urn:microsoft.com/office/officeart/2016/7/layout/LinearBlockProcessNumbered"/>
    <dgm:cxn modelId="{FBD899FD-A42F-44E4-A1EA-B9134D1B024F}" type="presParOf" srcId="{A8E2CA37-65EE-4BD5-AC65-D2C4526A6D2C}" destId="{CB3EA1AB-FFCA-4DD7-816D-55456BCEDB07}" srcOrd="3" destOrd="0" presId="urn:microsoft.com/office/officeart/2016/7/layout/LinearBlockProcessNumbered"/>
    <dgm:cxn modelId="{1A4B5AE4-2560-4D83-84C3-21568ED0B1D0}" type="presParOf" srcId="{A8E2CA37-65EE-4BD5-AC65-D2C4526A6D2C}" destId="{85E68550-9924-41DE-B684-F96022ADC9B0}" srcOrd="4" destOrd="0" presId="urn:microsoft.com/office/officeart/2016/7/layout/LinearBlockProcessNumbered"/>
    <dgm:cxn modelId="{0030DCD5-C677-4044-B177-B47D0F243A72}" type="presParOf" srcId="{85E68550-9924-41DE-B684-F96022ADC9B0}" destId="{428438ED-9686-48D1-AEDC-DAE1162035E2}" srcOrd="0" destOrd="0" presId="urn:microsoft.com/office/officeart/2016/7/layout/LinearBlockProcessNumbered"/>
    <dgm:cxn modelId="{EE660E10-7BEF-4D80-96E5-169524217F11}" type="presParOf" srcId="{85E68550-9924-41DE-B684-F96022ADC9B0}" destId="{BF6F496F-7026-49D4-8878-0A7BF1376347}" srcOrd="1" destOrd="0" presId="urn:microsoft.com/office/officeart/2016/7/layout/LinearBlockProcessNumbered"/>
    <dgm:cxn modelId="{5A06F590-E27B-4F26-B4D3-89AD493338A2}" type="presParOf" srcId="{85E68550-9924-41DE-B684-F96022ADC9B0}" destId="{D541889D-62E5-44A0-8523-82D179E8DA3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4EA97E-64CF-41E1-B1A5-92E12E30D4C7}">
      <dsp:nvSpPr>
        <dsp:cNvPr id="0" name=""/>
        <dsp:cNvSpPr/>
      </dsp:nvSpPr>
      <dsp:spPr>
        <a:xfrm>
          <a:off x="7640471" y="1840379"/>
          <a:ext cx="1120050" cy="533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3252"/>
              </a:lnTo>
              <a:lnTo>
                <a:pt x="1120050" y="363252"/>
              </a:lnTo>
              <a:lnTo>
                <a:pt x="1120050" y="5330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1A3C69-7F19-4C02-B735-5C96CC7BF6BE}">
      <dsp:nvSpPr>
        <dsp:cNvPr id="0" name=""/>
        <dsp:cNvSpPr/>
      </dsp:nvSpPr>
      <dsp:spPr>
        <a:xfrm>
          <a:off x="6520420" y="1840379"/>
          <a:ext cx="1120050" cy="533042"/>
        </a:xfrm>
        <a:custGeom>
          <a:avLst/>
          <a:gdLst/>
          <a:ahLst/>
          <a:cxnLst/>
          <a:rect l="0" t="0" r="0" b="0"/>
          <a:pathLst>
            <a:path>
              <a:moveTo>
                <a:pt x="1120050" y="0"/>
              </a:moveTo>
              <a:lnTo>
                <a:pt x="1120050" y="363252"/>
              </a:lnTo>
              <a:lnTo>
                <a:pt x="0" y="363252"/>
              </a:lnTo>
              <a:lnTo>
                <a:pt x="0" y="5330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9A5CAF-7F69-4307-9264-92B7D703E35A}">
      <dsp:nvSpPr>
        <dsp:cNvPr id="0" name=""/>
        <dsp:cNvSpPr/>
      </dsp:nvSpPr>
      <dsp:spPr>
        <a:xfrm>
          <a:off x="3761" y="676544"/>
          <a:ext cx="1832810" cy="1163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988F2-5231-4602-8777-781CEBC0AE10}">
      <dsp:nvSpPr>
        <dsp:cNvPr id="0" name=""/>
        <dsp:cNvSpPr/>
      </dsp:nvSpPr>
      <dsp:spPr>
        <a:xfrm>
          <a:off x="207406" y="870007"/>
          <a:ext cx="1832810" cy="11638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It communicates with the Logging and the Exposed services</a:t>
          </a:r>
        </a:p>
      </dsp:txBody>
      <dsp:txXfrm>
        <a:off x="241494" y="904095"/>
        <a:ext cx="1764634" cy="1095658"/>
      </dsp:txXfrm>
    </dsp:sp>
    <dsp:sp modelId="{79958BDD-036F-4C6F-B078-9A416C7429C7}">
      <dsp:nvSpPr>
        <dsp:cNvPr id="0" name=""/>
        <dsp:cNvSpPr/>
      </dsp:nvSpPr>
      <dsp:spPr>
        <a:xfrm>
          <a:off x="2243862" y="676544"/>
          <a:ext cx="1832810" cy="1163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8D43B-2E8D-480B-AF00-80816DB3375E}">
      <dsp:nvSpPr>
        <dsp:cNvPr id="0" name=""/>
        <dsp:cNvSpPr/>
      </dsp:nvSpPr>
      <dsp:spPr>
        <a:xfrm>
          <a:off x="2447508" y="870007"/>
          <a:ext cx="1832810" cy="11638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It is the core tool used to simulates the PLC TCP/IP stack</a:t>
          </a:r>
        </a:p>
      </dsp:txBody>
      <dsp:txXfrm>
        <a:off x="2481596" y="904095"/>
        <a:ext cx="1764634" cy="1095658"/>
      </dsp:txXfrm>
    </dsp:sp>
    <dsp:sp modelId="{15519F9D-EC63-4F70-836F-6DC039B0347C}">
      <dsp:nvSpPr>
        <dsp:cNvPr id="0" name=""/>
        <dsp:cNvSpPr/>
      </dsp:nvSpPr>
      <dsp:spPr>
        <a:xfrm>
          <a:off x="4483964" y="676544"/>
          <a:ext cx="1832810" cy="1163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68280-B3AE-41F9-8229-A66A1FC8B10E}">
      <dsp:nvSpPr>
        <dsp:cNvPr id="0" name=""/>
        <dsp:cNvSpPr/>
      </dsp:nvSpPr>
      <dsp:spPr>
        <a:xfrm>
          <a:off x="4687610" y="870007"/>
          <a:ext cx="1832810" cy="11638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It listens for requests addressed to the honeypots, simulates, and responds by imitating a list of services.</a:t>
          </a:r>
        </a:p>
      </dsp:txBody>
      <dsp:txXfrm>
        <a:off x="4721698" y="904095"/>
        <a:ext cx="1764634" cy="1095658"/>
      </dsp:txXfrm>
    </dsp:sp>
    <dsp:sp modelId="{4E878648-E503-4565-952E-F4D969D874D8}">
      <dsp:nvSpPr>
        <dsp:cNvPr id="0" name=""/>
        <dsp:cNvSpPr/>
      </dsp:nvSpPr>
      <dsp:spPr>
        <a:xfrm>
          <a:off x="6724066" y="676544"/>
          <a:ext cx="1832810" cy="1163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8162C-BA5C-488C-B02F-91C18B44E9F0}">
      <dsp:nvSpPr>
        <dsp:cNvPr id="0" name=""/>
        <dsp:cNvSpPr/>
      </dsp:nvSpPr>
      <dsp:spPr>
        <a:xfrm>
          <a:off x="6927711" y="870007"/>
          <a:ext cx="1832810" cy="11638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Packets sent by Honeyd are modified by its personality engine</a:t>
          </a:r>
        </a:p>
      </dsp:txBody>
      <dsp:txXfrm>
        <a:off x="6961799" y="904095"/>
        <a:ext cx="1764634" cy="1095658"/>
      </dsp:txXfrm>
    </dsp:sp>
    <dsp:sp modelId="{A93080E0-4F44-4CBA-A06C-6893E806C827}">
      <dsp:nvSpPr>
        <dsp:cNvPr id="0" name=""/>
        <dsp:cNvSpPr/>
      </dsp:nvSpPr>
      <dsp:spPr>
        <a:xfrm>
          <a:off x="5604015" y="2373421"/>
          <a:ext cx="1832810" cy="11638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949ED-3FA3-4233-B6C2-57BE81615CA7}">
      <dsp:nvSpPr>
        <dsp:cNvPr id="0" name=""/>
        <dsp:cNvSpPr/>
      </dsp:nvSpPr>
      <dsp:spPr>
        <a:xfrm>
          <a:off x="5807660" y="2566884"/>
          <a:ext cx="1832810" cy="11638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A component that allows simulating the behavior of a predefined OS or a device chosen from the list of Nmap fingerprints</a:t>
          </a:r>
        </a:p>
      </dsp:txBody>
      <dsp:txXfrm>
        <a:off x="5841748" y="2600972"/>
        <a:ext cx="1764634" cy="1095658"/>
      </dsp:txXfrm>
    </dsp:sp>
    <dsp:sp modelId="{4A96DC65-3802-434D-A312-4812EACA3306}">
      <dsp:nvSpPr>
        <dsp:cNvPr id="0" name=""/>
        <dsp:cNvSpPr/>
      </dsp:nvSpPr>
      <dsp:spPr>
        <a:xfrm>
          <a:off x="7844116" y="2373421"/>
          <a:ext cx="1832810" cy="11638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44229-A5A2-47B3-9E67-276B338E74C6}">
      <dsp:nvSpPr>
        <dsp:cNvPr id="0" name=""/>
        <dsp:cNvSpPr/>
      </dsp:nvSpPr>
      <dsp:spPr>
        <a:xfrm>
          <a:off x="8047762" y="2566884"/>
          <a:ext cx="1832810" cy="11638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A configuration file lists the parameters defining the machine to be simulated, such as its MAC address, IP address, operating system, and services. </a:t>
          </a:r>
        </a:p>
      </dsp:txBody>
      <dsp:txXfrm>
        <a:off x="8081850" y="2600972"/>
        <a:ext cx="1764634" cy="1095658"/>
      </dsp:txXfrm>
    </dsp:sp>
    <dsp:sp modelId="{18B4938A-30DD-410B-936B-575711436D5E}">
      <dsp:nvSpPr>
        <dsp:cNvPr id="0" name=""/>
        <dsp:cNvSpPr/>
      </dsp:nvSpPr>
      <dsp:spPr>
        <a:xfrm>
          <a:off x="8964167" y="676544"/>
          <a:ext cx="1832810" cy="1163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8D132-1A74-492C-A773-47510CA11B6F}">
      <dsp:nvSpPr>
        <dsp:cNvPr id="0" name=""/>
        <dsp:cNvSpPr/>
      </dsp:nvSpPr>
      <dsp:spPr>
        <a:xfrm>
          <a:off x="9167813" y="870007"/>
          <a:ext cx="1832810" cy="11638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/>
            <a:t>Thanks to these features, Honeyd allows configuring and simulating complex honeypots without exposing the host machine to risks.</a:t>
          </a:r>
        </a:p>
      </dsp:txBody>
      <dsp:txXfrm>
        <a:off x="9201901" y="904095"/>
        <a:ext cx="1764634" cy="10956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82B06-C9C6-4223-987A-698C3B3238F7}">
      <dsp:nvSpPr>
        <dsp:cNvPr id="0" name=""/>
        <dsp:cNvSpPr/>
      </dsp:nvSpPr>
      <dsp:spPr>
        <a:xfrm>
          <a:off x="264" y="0"/>
          <a:ext cx="8803508" cy="9695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They simulate S7-300 from the many PLCs offered by HoneyPLC, and this choice is motivated by the lower Honey Score obtained from the HoneyPLC paper</a:t>
          </a:r>
        </a:p>
      </dsp:txBody>
      <dsp:txXfrm>
        <a:off x="28663" y="28399"/>
        <a:ext cx="7675304" cy="912800"/>
      </dsp:txXfrm>
    </dsp:sp>
    <dsp:sp modelId="{2E444BC3-F03C-4A94-BB84-7A20859156F3}">
      <dsp:nvSpPr>
        <dsp:cNvPr id="0" name=""/>
        <dsp:cNvSpPr/>
      </dsp:nvSpPr>
      <dsp:spPr>
        <a:xfrm>
          <a:off x="737293" y="1145888"/>
          <a:ext cx="8803508" cy="9695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Their main contribution is that they integrated interactive physical process simulation and the possibility of interacting with it.</a:t>
          </a:r>
        </a:p>
      </dsp:txBody>
      <dsp:txXfrm>
        <a:off x="765692" y="1174287"/>
        <a:ext cx="7379177" cy="912800"/>
      </dsp:txXfrm>
    </dsp:sp>
    <dsp:sp modelId="{27A9E50F-ED70-410E-94D6-7106F5A99C66}">
      <dsp:nvSpPr>
        <dsp:cNvPr id="0" name=""/>
        <dsp:cNvSpPr/>
      </dsp:nvSpPr>
      <dsp:spPr>
        <a:xfrm>
          <a:off x="1463583" y="2291777"/>
          <a:ext cx="8803508" cy="9695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is achieved via </a:t>
          </a:r>
          <a:r>
            <a:rPr lang="en-US" sz="1800" kern="1200" dirty="0" err="1"/>
            <a:t>MiniCPS</a:t>
          </a:r>
          <a:r>
            <a:rPr lang="en-US" sz="1800" kern="1200" dirty="0"/>
            <a:t> simulation in the host machine, and they simulate water treatment process</a:t>
          </a:r>
        </a:p>
      </dsp:txBody>
      <dsp:txXfrm>
        <a:off x="1491982" y="2320176"/>
        <a:ext cx="7390181" cy="912800"/>
      </dsp:txXfrm>
    </dsp:sp>
    <dsp:sp modelId="{C26ACF20-D22C-4A69-A3B5-5D8BF971AE47}">
      <dsp:nvSpPr>
        <dsp:cNvPr id="0" name=""/>
        <dsp:cNvSpPr/>
      </dsp:nvSpPr>
      <dsp:spPr>
        <a:xfrm>
          <a:off x="2200876" y="3437665"/>
          <a:ext cx="8803508" cy="9695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They also integrated the possibility of using S7comm protocol to write and read data in the </a:t>
          </a:r>
          <a:r>
            <a:rPr lang="en-US" sz="1800" kern="1200" dirty="0" err="1"/>
            <a:t>MiniCPS</a:t>
          </a:r>
          <a:r>
            <a:rPr lang="en-US" sz="1800" kern="1200" dirty="0"/>
            <a:t> database, so the attacker can modify the states of the valves controlling the water </a:t>
          </a:r>
          <a:r>
            <a:rPr lang="en-US" sz="1800" kern="1200" dirty="0" err="1"/>
            <a:t>flwo</a:t>
          </a:r>
          <a:r>
            <a:rPr lang="en-US" sz="1800" kern="1200" dirty="0"/>
            <a:t>.</a:t>
          </a:r>
        </a:p>
      </dsp:txBody>
      <dsp:txXfrm>
        <a:off x="2229275" y="3466064"/>
        <a:ext cx="7379177" cy="912800"/>
      </dsp:txXfrm>
    </dsp:sp>
    <dsp:sp modelId="{3C2B694C-9A5B-49ED-A26A-7DD5EC21E327}">
      <dsp:nvSpPr>
        <dsp:cNvPr id="0" name=""/>
        <dsp:cNvSpPr/>
      </dsp:nvSpPr>
      <dsp:spPr>
        <a:xfrm>
          <a:off x="8173269" y="742623"/>
          <a:ext cx="630238" cy="6302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315073" y="742623"/>
        <a:ext cx="346630" cy="474254"/>
      </dsp:txXfrm>
    </dsp:sp>
    <dsp:sp modelId="{77CB7211-E7B5-45F0-B718-1BB6569D1D7B}">
      <dsp:nvSpPr>
        <dsp:cNvPr id="0" name=""/>
        <dsp:cNvSpPr/>
      </dsp:nvSpPr>
      <dsp:spPr>
        <a:xfrm>
          <a:off x="8910563" y="1888512"/>
          <a:ext cx="630238" cy="63023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052367" y="1888512"/>
        <a:ext cx="346630" cy="474254"/>
      </dsp:txXfrm>
    </dsp:sp>
    <dsp:sp modelId="{82A234EA-BDD8-4ADB-A2A8-B9F1F96D12A9}">
      <dsp:nvSpPr>
        <dsp:cNvPr id="0" name=""/>
        <dsp:cNvSpPr/>
      </dsp:nvSpPr>
      <dsp:spPr>
        <a:xfrm>
          <a:off x="9636852" y="3034401"/>
          <a:ext cx="630238" cy="63023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778656" y="3034401"/>
        <a:ext cx="346630" cy="4742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49A21A-10CE-48D3-AE49-02192EC8ED48}">
      <dsp:nvSpPr>
        <dsp:cNvPr id="0" name=""/>
        <dsp:cNvSpPr/>
      </dsp:nvSpPr>
      <dsp:spPr>
        <a:xfrm>
          <a:off x="9587" y="49406"/>
          <a:ext cx="5137137" cy="1512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Web interface</a:t>
          </a:r>
        </a:p>
      </dsp:txBody>
      <dsp:txXfrm>
        <a:off x="765587" y="49406"/>
        <a:ext cx="3625137" cy="1512000"/>
      </dsp:txXfrm>
    </dsp:sp>
    <dsp:sp modelId="{4E75BC4D-96E5-4280-848B-52C318F1356D}">
      <dsp:nvSpPr>
        <dsp:cNvPr id="0" name=""/>
        <dsp:cNvSpPr/>
      </dsp:nvSpPr>
      <dsp:spPr>
        <a:xfrm>
          <a:off x="9587" y="1750406"/>
          <a:ext cx="4109710" cy="174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Reporting data </a:t>
          </a:r>
          <a:r>
            <a:rPr lang="en-US" sz="2800" kern="1200"/>
            <a:t>about simulated </a:t>
          </a:r>
          <a:r>
            <a:rPr lang="en-US" sz="2800" kern="1200" dirty="0"/>
            <a:t>physical process</a:t>
          </a:r>
        </a:p>
      </dsp:txBody>
      <dsp:txXfrm>
        <a:off x="9587" y="1750406"/>
        <a:ext cx="4109710" cy="1748250"/>
      </dsp:txXfrm>
    </dsp:sp>
    <dsp:sp modelId="{7A13DCF0-3A43-4299-A30E-342F26B652C8}">
      <dsp:nvSpPr>
        <dsp:cNvPr id="0" name=""/>
        <dsp:cNvSpPr/>
      </dsp:nvSpPr>
      <dsp:spPr>
        <a:xfrm>
          <a:off x="4930725" y="49406"/>
          <a:ext cx="5137137" cy="15120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Summary of the services: </a:t>
          </a:r>
        </a:p>
      </dsp:txBody>
      <dsp:txXfrm>
        <a:off x="5686725" y="49406"/>
        <a:ext cx="3625137" cy="1512000"/>
      </dsp:txXfrm>
    </dsp:sp>
    <dsp:sp modelId="{153D74F1-AA21-4280-BA48-52570FE093CA}">
      <dsp:nvSpPr>
        <dsp:cNvPr id="0" name=""/>
        <dsp:cNvSpPr/>
      </dsp:nvSpPr>
      <dsp:spPr>
        <a:xfrm>
          <a:off x="4930725" y="1750406"/>
          <a:ext cx="4109710" cy="1748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Http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SNMP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Modbus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S7comm</a:t>
          </a:r>
        </a:p>
      </dsp:txBody>
      <dsp:txXfrm>
        <a:off x="4930725" y="1750406"/>
        <a:ext cx="4109710" cy="1748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6EF39-0449-41F7-ACEE-7F1453B44A85}">
      <dsp:nvSpPr>
        <dsp:cNvPr id="0" name=""/>
        <dsp:cNvSpPr/>
      </dsp:nvSpPr>
      <dsp:spPr>
        <a:xfrm>
          <a:off x="787" y="0"/>
          <a:ext cx="3188602" cy="3549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963" tIns="0" rIns="31496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Modbus/TCP protocol enables the communication between industrial devices and supervisor computers in a master-slave paradigm. </a:t>
          </a:r>
        </a:p>
      </dsp:txBody>
      <dsp:txXfrm>
        <a:off x="787" y="1419617"/>
        <a:ext cx="3188602" cy="2129427"/>
      </dsp:txXfrm>
    </dsp:sp>
    <dsp:sp modelId="{636CAAA2-96EF-4D2B-AE83-258CEF43A0A2}">
      <dsp:nvSpPr>
        <dsp:cNvPr id="0" name=""/>
        <dsp:cNvSpPr/>
      </dsp:nvSpPr>
      <dsp:spPr>
        <a:xfrm>
          <a:off x="787" y="0"/>
          <a:ext cx="3188602" cy="141961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963" tIns="165100" rIns="31496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87" y="0"/>
        <a:ext cx="3188602" cy="1419618"/>
      </dsp:txXfrm>
    </dsp:sp>
    <dsp:sp modelId="{BC43D649-0E1A-4FD2-991A-8F645D0A301C}">
      <dsp:nvSpPr>
        <dsp:cNvPr id="0" name=""/>
        <dsp:cNvSpPr/>
      </dsp:nvSpPr>
      <dsp:spPr>
        <a:xfrm>
          <a:off x="3444477" y="0"/>
          <a:ext cx="3188602" cy="3549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963" tIns="0" rIns="31496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ICSpot implements Modbus/TCP using a python script from the SCADA Honeynet project.</a:t>
          </a:r>
        </a:p>
      </dsp:txBody>
      <dsp:txXfrm>
        <a:off x="3444477" y="1419617"/>
        <a:ext cx="3188602" cy="2129427"/>
      </dsp:txXfrm>
    </dsp:sp>
    <dsp:sp modelId="{A729E99F-9B62-475A-9A54-27CFE635176A}">
      <dsp:nvSpPr>
        <dsp:cNvPr id="0" name=""/>
        <dsp:cNvSpPr/>
      </dsp:nvSpPr>
      <dsp:spPr>
        <a:xfrm>
          <a:off x="3444477" y="0"/>
          <a:ext cx="3188602" cy="141961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963" tIns="165100" rIns="31496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444477" y="0"/>
        <a:ext cx="3188602" cy="1419618"/>
      </dsp:txXfrm>
    </dsp:sp>
    <dsp:sp modelId="{428438ED-9686-48D1-AEDC-DAE1162035E2}">
      <dsp:nvSpPr>
        <dsp:cNvPr id="0" name=""/>
        <dsp:cNvSpPr/>
      </dsp:nvSpPr>
      <dsp:spPr>
        <a:xfrm>
          <a:off x="6888167" y="0"/>
          <a:ext cx="3188602" cy="3549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963" tIns="0" rIns="31496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implementation is considered low-interaction but allows connecting to the honeypot, which takes the role of slave, and reading and writing data, exactly as with a real PLC.</a:t>
          </a:r>
        </a:p>
      </dsp:txBody>
      <dsp:txXfrm>
        <a:off x="6888167" y="1419617"/>
        <a:ext cx="3188602" cy="2129427"/>
      </dsp:txXfrm>
    </dsp:sp>
    <dsp:sp modelId="{BF6F496F-7026-49D4-8878-0A7BF1376347}">
      <dsp:nvSpPr>
        <dsp:cNvPr id="0" name=""/>
        <dsp:cNvSpPr/>
      </dsp:nvSpPr>
      <dsp:spPr>
        <a:xfrm>
          <a:off x="6888167" y="0"/>
          <a:ext cx="3188602" cy="141961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963" tIns="165100" rIns="31496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888167" y="0"/>
        <a:ext cx="3188602" cy="14196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82BF1-90D0-4C06-BB8A-F25194F8F097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C59F2-4D98-4134-ACB3-28F066DCC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19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Shodan Honey Score is a mechanism that flags a device as a honeypot with a confidentiality score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score is calculated by analyzing features such as open network ports, or default known honeypot settings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59F2-4D98-4134-ACB3-28F066DCC9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61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SNMP</a:t>
            </a:r>
            <a:r>
              <a:rPr lang="en-US" dirty="0"/>
              <a:t> stands for </a:t>
            </a:r>
            <a:r>
              <a:rPr lang="en-US" b="1" dirty="0"/>
              <a:t>Simple Network Management Protocol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a </a:t>
            </a:r>
            <a:r>
              <a:rPr lang="en-US" b="1" dirty="0"/>
              <a:t>network protocol used to monitor and manage devices</a:t>
            </a:r>
            <a:r>
              <a:rPr lang="en-US" dirty="0"/>
              <a:t> like routers, switches, servers, and in the context of ICS — </a:t>
            </a:r>
            <a:r>
              <a:rPr lang="en-US" b="1" dirty="0"/>
              <a:t>PLCs (Programmable Logic Controllers)</a:t>
            </a:r>
            <a:r>
              <a:rPr lang="en-US" dirty="0"/>
              <a:t> and other industrial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59F2-4D98-4134-ACB3-28F066DCC9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08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HoneyPLC paper describes better how they managed to simulate S7Comm even though Siemens did not reveal the official documentation </a:t>
            </a:r>
          </a:p>
          <a:p>
            <a:endParaRPr lang="en-US" dirty="0"/>
          </a:p>
          <a:p>
            <a:r>
              <a:rPr lang="en-US" dirty="0"/>
              <a:t>I am going to read HoneyPLC this week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59F2-4D98-4134-ACB3-28F066DCC9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17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Veneto Smart Internet </a:t>
            </a:r>
            <a:r>
              <a:rPr lang="en-US" b="1" dirty="0" err="1"/>
              <a:t>eXchange</a:t>
            </a:r>
            <a:r>
              <a:rPr lang="en-US" b="1" dirty="0"/>
              <a:t> (VSIX)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it is an </a:t>
            </a:r>
            <a:r>
              <a:rPr lang="en-US" b="1" dirty="0"/>
              <a:t>Internet Exchange Point (IXP)</a:t>
            </a:r>
            <a:r>
              <a:rPr lang="en-US" dirty="0"/>
              <a:t> located in </a:t>
            </a:r>
            <a:r>
              <a:rPr lang="en-US" b="1" dirty="0"/>
              <a:t>Padua, Italy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C59F2-4D98-4134-ACB3-28F066DCC9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90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8/8/2025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7065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8/8/2025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9631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586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037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6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01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5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577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7067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1010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47365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8/8/2025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326351A4-BFBD-746B-E463-F7885EAE0C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634" r="-1" b="14767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F36648-282E-8EC4-C594-125A5D3BC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238" y="1145080"/>
            <a:ext cx="9090476" cy="2179601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ICSPOT paper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FE270-BF64-92AD-4A5A-D82DBCCEB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9029" y="3774105"/>
            <a:ext cx="6190895" cy="1633040"/>
          </a:xfrm>
        </p:spPr>
        <p:txBody>
          <a:bodyPr anchor="t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The first ICS high interactive honeypot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Abdelaziz </a:t>
            </a:r>
            <a:r>
              <a:rPr lang="en-US" dirty="0" err="1">
                <a:solidFill>
                  <a:srgbClr val="FFFFFF"/>
                </a:solidFill>
              </a:rPr>
              <a:t>Neamatallah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5A2CBEC-4F23-437D-9D03-9968C9B7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8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9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51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264A856-A4F6-4068-9AC3-7B38A00DA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2983E8C-44FB-463B-B6B0-B53E96ACC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6AD7FCC-3422-42C3-A2AD-69ADFEA6E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4ECA670-C540-4DCE-8F03-EC843D518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CB6083-DDE0-460C-987E-E64587630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2" name="Graphic 12">
              <a:extLst>
                <a:ext uri="{FF2B5EF4-FFF2-40B4-BE49-F238E27FC236}">
                  <a16:creationId xmlns:a16="http://schemas.microsoft.com/office/drawing/2014/main" id="{378004C4-6786-473C-BB2A-AAA6EF115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Graphic 15">
              <a:extLst>
                <a:ext uri="{FF2B5EF4-FFF2-40B4-BE49-F238E27FC236}">
                  <a16:creationId xmlns:a16="http://schemas.microsoft.com/office/drawing/2014/main" id="{455376B6-DAB5-4A34-A8BE-15DE02CAF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Graphic 15">
              <a:extLst>
                <a:ext uri="{FF2B5EF4-FFF2-40B4-BE49-F238E27FC236}">
                  <a16:creationId xmlns:a16="http://schemas.microsoft.com/office/drawing/2014/main" id="{EC2A85A1-668E-48DF-A484-FADE64BE6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D16C5EE-54EB-4800-8860-E622EEDE8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7432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7FC2-7164-DCE6-4EB2-935196FA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for HoneyPLC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E497E-E208-A821-05D3-0A6E709E5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0548683" cy="354904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They built over HoneyPLC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Extended its framework with  additional services and interaction with </a:t>
            </a:r>
            <a:r>
              <a:rPr lang="en-US" dirty="0" err="1"/>
              <a:t>MiniCPS</a:t>
            </a:r>
            <a:r>
              <a:rPr lang="en-US" dirty="0"/>
              <a:t>-based physical process together with interactive HMI representing the physical process evolution.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They chose to simulate S7-300 because of low honey score (0).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ICSPOT main contribution is to integrate physical process simulation and possibility of interacting with it to HoneyPLC.</a:t>
            </a:r>
          </a:p>
          <a:p>
            <a:pPr marL="800100" lvl="2" indent="-342900">
              <a:buFont typeface="Wingdings" panose="05000000000000000000" pitchFamily="2" charset="2"/>
              <a:buChar char="q"/>
            </a:pPr>
            <a:r>
              <a:rPr lang="en-US" dirty="0"/>
              <a:t>This is achieved by running </a:t>
            </a:r>
            <a:r>
              <a:rPr lang="en-US" dirty="0" err="1"/>
              <a:t>MiniCPS</a:t>
            </a:r>
            <a:r>
              <a:rPr lang="en-US" dirty="0"/>
              <a:t> simulation in the host machine. </a:t>
            </a:r>
          </a:p>
          <a:p>
            <a:pPr marL="342900" lvl="1" indent="-342900">
              <a:buFont typeface="Wingdings" panose="05000000000000000000" pitchFamily="2" charset="2"/>
              <a:buChar char="q"/>
            </a:pPr>
            <a:r>
              <a:rPr lang="en-US" dirty="0"/>
              <a:t>Then they extended HoneyPLC also in Logging by adding Honeyd-Viz, and Honeyd2MYSQL</a:t>
            </a:r>
          </a:p>
        </p:txBody>
      </p:sp>
    </p:spTree>
    <p:extLst>
      <p:ext uri="{BB962C8B-B14F-4D97-AF65-F5344CB8AC3E}">
        <p14:creationId xmlns:p14="http://schemas.microsoft.com/office/powerpoint/2010/main" val="115068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6F3C6-0DEC-3ACF-C3CA-80FC06EB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5566263" cy="1455091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E226D-DE5A-D7EC-05A5-76E5A239B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5566263" cy="3274503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ICS Systems are mainly designed to operate in </a:t>
            </a:r>
            <a:r>
              <a:rPr lang="en-US" sz="1400" b="1" dirty="0"/>
              <a:t>Air-Gapped</a:t>
            </a:r>
            <a:r>
              <a:rPr lang="en-US" sz="1400" dirty="0"/>
              <a:t> environments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Air-Gapped environments </a:t>
            </a:r>
            <a:r>
              <a:rPr lang="en-US" sz="1400" dirty="0"/>
              <a:t>means that the system is completely isolated, no internet, no external network.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This is done for security, to prevent cyberattacks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Therefore, security practices such as Encryption and Authentication were not considered.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However, due to the increasing Digitalization and Smartification of the processes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ICSs have been Integrated with internet connections to allow remote control and diagnosis.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75.6 % of the industrial protocols implemented to communicate over the internet do not implement any security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75559-3BE3-BE3D-E587-B066D577B6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14" r="26961"/>
          <a:stretch>
            <a:fillRect/>
          </a:stretch>
        </p:blipFill>
        <p:spPr>
          <a:xfrm>
            <a:off x="6531789" y="10"/>
            <a:ext cx="5660211" cy="685799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2031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3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EF4C5-DD70-A05E-7F05-A7640DB08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589788"/>
            <a:ext cx="4884481" cy="25109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Structure and Architecture</a:t>
            </a:r>
            <a:endParaRPr lang="en-US" sz="4000" dirty="0"/>
          </a:p>
        </p:txBody>
      </p:sp>
      <p:grpSp>
        <p:nvGrpSpPr>
          <p:cNvPr id="32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3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5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52C2BA4-3BBE-4D22-A0D9-8D2A7B8F1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4187283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0A656-1C71-5564-477D-837073D76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665" y="1223202"/>
            <a:ext cx="6927485" cy="5143657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2AA7049-B18D-49D6-AD7D-DBB9E19F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50DB66-16D1-4953-A6E3-FCA3DC5F2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49252"/>
            <a:ext cx="886142" cy="693398"/>
            <a:chOff x="10948005" y="3379098"/>
            <a:chExt cx="868640" cy="679702"/>
          </a:xfrm>
          <a:solidFill>
            <a:schemeClr val="accent6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698AB2F-1D17-4249-81CB-9A41D46B8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5301961-8687-4ADB-8043-4065F470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Graphic 15">
              <a:extLst>
                <a:ext uri="{FF2B5EF4-FFF2-40B4-BE49-F238E27FC236}">
                  <a16:creationId xmlns:a16="http://schemas.microsoft.com/office/drawing/2014/main" id="{9DC20816-893A-4201-AA91-22F71E46F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866D1F4E-BA21-44F3-A97A-E979C5FE7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35EADCB-1DB5-4B69-892B-14567F52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109F091-F271-C3B7-93EF-62A769923BD5}"/>
              </a:ext>
            </a:extLst>
          </p:cNvPr>
          <p:cNvSpPr txBox="1"/>
          <p:nvPr/>
        </p:nvSpPr>
        <p:spPr>
          <a:xfrm>
            <a:off x="259882" y="3580598"/>
            <a:ext cx="418326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Honeypot main components are: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VM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HoneyD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Logging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Exposed Services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Physical Process Simulation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They consider that attacker can access the system via Internet</a:t>
            </a:r>
          </a:p>
        </p:txBody>
      </p:sp>
    </p:spTree>
    <p:extLst>
      <p:ext uri="{BB962C8B-B14F-4D97-AF65-F5344CB8AC3E}">
        <p14:creationId xmlns:p14="http://schemas.microsoft.com/office/powerpoint/2010/main" val="11895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302E7-D639-E688-DB4E-ACA72B351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en-US" dirty="0"/>
              <a:t>HoneyD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73F66D8-1CC5-8BFE-0257-0FD6522950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06608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744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CCD83-6011-6B56-DF7F-97BC4DB6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en-US" dirty="0"/>
              <a:t>Physical Process Simulation</a:t>
            </a:r>
          </a:p>
        </p:txBody>
      </p:sp>
      <p:grpSp>
        <p:nvGrpSpPr>
          <p:cNvPr id="84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5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87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78" name="Content Placeholder 2">
            <a:extLst>
              <a:ext uri="{FF2B5EF4-FFF2-40B4-BE49-F238E27FC236}">
                <a16:creationId xmlns:a16="http://schemas.microsoft.com/office/drawing/2014/main" id="{7B1B0F11-569A-3F4A-56EB-D20446692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844954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9738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5E17B-F387-38AB-E7D8-F1976283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>
            <a:normAutofit/>
          </a:bodyPr>
          <a:lstStyle/>
          <a:p>
            <a:r>
              <a:rPr lang="en-US" dirty="0"/>
              <a:t>Services and Interactions</a:t>
            </a:r>
          </a:p>
        </p:txBody>
      </p:sp>
      <p:grpSp>
        <p:nvGrpSpPr>
          <p:cNvPr id="48" name="Graphic 78">
            <a:extLst>
              <a:ext uri="{FF2B5EF4-FFF2-40B4-BE49-F238E27FC236}">
                <a16:creationId xmlns:a16="http://schemas.microsoft.com/office/drawing/2014/main" id="{6F3B5563-53C7-4E0A-A4B8-8E5645334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4571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9" name="Graphic 78">
              <a:extLst>
                <a:ext uri="{FF2B5EF4-FFF2-40B4-BE49-F238E27FC236}">
                  <a16:creationId xmlns:a16="http://schemas.microsoft.com/office/drawing/2014/main" id="{5AEE0831-46B4-4175-A401-3A45C1021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aphic 78">
              <a:extLst>
                <a:ext uri="{FF2B5EF4-FFF2-40B4-BE49-F238E27FC236}">
                  <a16:creationId xmlns:a16="http://schemas.microsoft.com/office/drawing/2014/main" id="{50567FC2-2663-468F-9E89-F892CE10A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51" name="Graphic 78">
                <a:extLst>
                  <a:ext uri="{FF2B5EF4-FFF2-40B4-BE49-F238E27FC236}">
                    <a16:creationId xmlns:a16="http://schemas.microsoft.com/office/drawing/2014/main" id="{A883C52D-FF48-4648-A100-1071F9D2A9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Graphic 78">
                <a:extLst>
                  <a:ext uri="{FF2B5EF4-FFF2-40B4-BE49-F238E27FC236}">
                    <a16:creationId xmlns:a16="http://schemas.microsoft.com/office/drawing/2014/main" id="{2108A8EE-E2B6-43BD-9450-5B9BA40D36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Graphic 78">
                <a:extLst>
                  <a:ext uri="{FF2B5EF4-FFF2-40B4-BE49-F238E27FC236}">
                    <a16:creationId xmlns:a16="http://schemas.microsoft.com/office/drawing/2014/main" id="{53E919D7-A706-457C-9587-462A51DBC5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Graphic 78">
                <a:extLst>
                  <a:ext uri="{FF2B5EF4-FFF2-40B4-BE49-F238E27FC236}">
                    <a16:creationId xmlns:a16="http://schemas.microsoft.com/office/drawing/2014/main" id="{6EF58933-D82C-4F29-8757-AD3DD1AB9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BD167C-320E-E17E-627B-6272FA5E27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45391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779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95681-164A-2C50-5577-E016FBF2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5566263" cy="1455091"/>
          </a:xfrm>
        </p:spPr>
        <p:txBody>
          <a:bodyPr>
            <a:normAutofit/>
          </a:bodyPr>
          <a:lstStyle/>
          <a:p>
            <a:r>
              <a:rPr lang="en-US" dirty="0"/>
              <a:t>HTTP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37FF8-1AC7-F452-8573-F3E856778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5566263" cy="32745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copy of the Siemens Simatic S7-300 website on port 80.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 port 8000, an HMI interface that shows the tank water level, the status of the two valves, and the water ingoing and outgoing volume.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34E3E-53BF-4B6F-F87C-41B6D0FC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6" r="52698"/>
          <a:stretch>
            <a:fillRect/>
          </a:stretch>
        </p:blipFill>
        <p:spPr>
          <a:xfrm>
            <a:off x="6531789" y="10"/>
            <a:ext cx="5660211" cy="685799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693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85835-20AE-9B92-8AA5-25372957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5566263" cy="1455091"/>
          </a:xfrm>
        </p:spPr>
        <p:txBody>
          <a:bodyPr>
            <a:normAutofit/>
          </a:bodyPr>
          <a:lstStyle/>
          <a:p>
            <a:r>
              <a:rPr lang="en-US" dirty="0"/>
              <a:t>SNMP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C46B4-FE31-2076-4120-48782B7E2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5566263" cy="327450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SNMP protocol, used to monitor devices connected to the network, is listening on port 161 UDP.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SNMP agent, when queried, responds with the Management Information Base (MIB), which reports information related to the PLC.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protocol is implemented with a python script from the SCADA Honeynet project and contains the MIB data of a real Simatic S7-300 PLC.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B201F-ABA6-1960-3A76-E3682A83DC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69" r="30005"/>
          <a:stretch>
            <a:fillRect/>
          </a:stretch>
        </p:blipFill>
        <p:spPr>
          <a:xfrm>
            <a:off x="6531789" y="10"/>
            <a:ext cx="5660211" cy="685799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48745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5240-26E4-4303-164B-2A9AC119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Modbus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3C2183-CBED-D432-27CA-5FEBC95ED2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5717" y="2521885"/>
          <a:ext cx="10077557" cy="35490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006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B44A-AFE3-4729-BA94-5769347E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S7Comm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AC3A7-95C0-4365-268A-C80E76416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521885"/>
            <a:ext cx="11406750" cy="4014717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Siemens does not release the official documentation. That is why it is difficult to implement it. However they did the same as HoneyPLC paper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Following the example of HoneyPLC, they employed the snap7 library to implement an S7comm server listening on port 102 TCP.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Based on HoneyPLC implementation, the S7comm server enables different functions.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 First, it simulates a Siemens Simatic S7-300 PLC, offering the possibility to read and write PLC memory blocks.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 Second, the S7comm server allows the honeypot to fool the Siemens Step7 Manager proprietary software.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 Since this proprietary software cannot detect the honeypot, it is reasonable to assume that no other application which can connect to it through the S7comm protocol can do it.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 Third, the S7comm server allows storing the programs injected by attackers in the virtual machine file system on which the honeypot is installed. 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 dirty="0"/>
              <a:t>This allows an accurate analysis of potential malware. </a:t>
            </a:r>
          </a:p>
          <a:p>
            <a:pPr marL="342900" lvl="1" indent="-342900"/>
            <a:r>
              <a:rPr lang="en-US" dirty="0"/>
              <a:t>These three functionalities derive from the HoneyPLC server implementation. </a:t>
            </a:r>
          </a:p>
          <a:p>
            <a:pPr marL="342900" lvl="1" indent="-342900"/>
            <a:r>
              <a:rPr lang="en-US" dirty="0"/>
              <a:t>Finally, they innovate the implementation of the S7comm server by offering the attacker data related to the physical process.</a:t>
            </a:r>
          </a:p>
          <a:p>
            <a:pPr marL="342900" lvl="1" indent="-342900"/>
            <a:r>
              <a:rPr lang="en-US" dirty="0"/>
              <a:t>The attacker can read the value of the volume of water present in the simulated tank by accessing the data blocks. </a:t>
            </a:r>
          </a:p>
          <a:p>
            <a:pPr marL="342900" lvl="1" indent="-342900"/>
            <a:r>
              <a:rPr lang="en-US" dirty="0"/>
              <a:t>The attacker can also modify the state of the valves in the process.</a:t>
            </a:r>
          </a:p>
          <a:p>
            <a:pPr marL="342900" lvl="1" indent="-342900"/>
            <a:r>
              <a:rPr lang="en-US" dirty="0"/>
              <a:t>This interaction allows the attacker to communicate with the physical process through the S7comm protocol. </a:t>
            </a:r>
          </a:p>
          <a:p>
            <a:pPr marL="342900" lvl="1" indent="-342900"/>
            <a:r>
              <a:rPr lang="en-US" dirty="0"/>
              <a:t>The S7comm server runs locally and is connected to the honeypot via the Honeyd configuration file.</a:t>
            </a:r>
          </a:p>
        </p:txBody>
      </p:sp>
    </p:spTree>
    <p:extLst>
      <p:ext uri="{BB962C8B-B14F-4D97-AF65-F5344CB8AC3E}">
        <p14:creationId xmlns:p14="http://schemas.microsoft.com/office/powerpoint/2010/main" val="357276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CF40-662A-96E2-B23C-369D2415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E28F1-1077-A0AB-8454-6A6FE267E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They used open-source tools for that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/>
              <a:t>Honeyd2MySQL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/>
              <a:t>Honeyd-viz</a:t>
            </a:r>
          </a:p>
          <a:p>
            <a:pPr marL="342900" lvl="1" indent="-342900"/>
            <a:r>
              <a:rPr lang="en-US"/>
              <a:t>Honeyd2MySQL :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/>
              <a:t>Extract all the information from the Honeyd log and import them into a MySQL database</a:t>
            </a:r>
          </a:p>
          <a:p>
            <a:pPr marL="342900" lvl="1" indent="-342900"/>
            <a:r>
              <a:rPr lang="en-US"/>
              <a:t>Honeyd-Viz: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/>
              <a:t>Exploits the database created to create a web interface showing useful statistics related to the collected data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-US"/>
              <a:t>Collected data such as:</a:t>
            </a:r>
          </a:p>
          <a:p>
            <a:pPr marL="1028700" lvl="3" indent="-342900"/>
            <a:r>
              <a:rPr lang="en-US"/>
              <a:t>Number of connections divided by ports</a:t>
            </a:r>
          </a:p>
          <a:p>
            <a:pPr marL="1028700" lvl="3" indent="-342900"/>
            <a:r>
              <a:rPr lang="en-US"/>
              <a:t>IP addresses of the main attackers</a:t>
            </a:r>
          </a:p>
          <a:p>
            <a:pPr marL="1028700" lvl="3" indent="-342900"/>
            <a:r>
              <a:rPr lang="en-US"/>
              <a:t>Attackers origins</a:t>
            </a:r>
          </a:p>
          <a:p>
            <a:pPr marL="1028700" lvl="3" indent="-342900"/>
            <a:r>
              <a:rPr lang="en-US"/>
              <a:t>Connections established per 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09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963E5-3C44-47C3-B0E9-17F010210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429A-477E-5AE6-6D08-B0826D262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They installed two instances of ICSpot in two different environments</a:t>
            </a:r>
          </a:p>
          <a:p>
            <a:pPr marL="800100" lvl="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AWS EC2 virtual machine</a:t>
            </a:r>
          </a:p>
          <a:p>
            <a:pPr marL="800100" lvl="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Virtual machine in a network segment owned by VSIX IXP</a:t>
            </a:r>
          </a:p>
          <a:p>
            <a:pPr marL="800100" lvl="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VSIX is a local IXP that manages the traffic circulating in the North-East of Italy</a:t>
            </a:r>
          </a:p>
          <a:p>
            <a:pPr marL="342900" lvl="1" indent="-342900">
              <a:lnSpc>
                <a:spcPct val="100000"/>
              </a:lnSpc>
            </a:pPr>
            <a:r>
              <a:rPr lang="en-US" sz="1500" dirty="0"/>
              <a:t>They registered 2185 different IPs interacting with the port 8000 running the HMI in AWS and 105 in the VSIX.</a:t>
            </a:r>
          </a:p>
          <a:p>
            <a:pPr marL="342900" lvl="1" indent="-342900">
              <a:lnSpc>
                <a:spcPct val="100000"/>
              </a:lnSpc>
            </a:pPr>
            <a:r>
              <a:rPr lang="en-US" sz="1500" dirty="0"/>
              <a:t>For port 80 running the website, 555 unique IPs in AWS and 1321 in VSIX</a:t>
            </a:r>
          </a:p>
          <a:p>
            <a:pPr marL="342900" lvl="1" indent="-342900">
              <a:lnSpc>
                <a:spcPct val="100000"/>
              </a:lnSpc>
            </a:pPr>
            <a:r>
              <a:rPr lang="en-US" sz="1500" dirty="0"/>
              <a:t>This high requests in port 8000 confirms the effectiveness of the HMI in attracting and increasing the attacker’s engagement</a:t>
            </a:r>
          </a:p>
          <a:p>
            <a:pPr marL="342900" lvl="1" indent="-342900">
              <a:lnSpc>
                <a:spcPct val="100000"/>
              </a:lnSpc>
            </a:pPr>
            <a:endParaRPr lang="en-US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B7EAF-CA64-F269-054A-D81F2678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80" y="1473200"/>
            <a:ext cx="5660211" cy="3820642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1542556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1210</Words>
  <Application>Microsoft Office PowerPoint</Application>
  <PresentationFormat>Widescreen</PresentationFormat>
  <Paragraphs>110</Paragraphs>
  <Slides>13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Avenir Next LT Pro</vt:lpstr>
      <vt:lpstr>Avenir Next LT Pro Light</vt:lpstr>
      <vt:lpstr>Georgia Pro Semibold</vt:lpstr>
      <vt:lpstr>Wingdings</vt:lpstr>
      <vt:lpstr>RocaVTI</vt:lpstr>
      <vt:lpstr>ICSPOT paper summary</vt:lpstr>
      <vt:lpstr>Extension for HoneyPLC</vt:lpstr>
      <vt:lpstr>Background</vt:lpstr>
      <vt:lpstr>Structure and Architecture</vt:lpstr>
      <vt:lpstr>HoneyD</vt:lpstr>
      <vt:lpstr>Physical Process Simulation</vt:lpstr>
      <vt:lpstr>Services and Interactions</vt:lpstr>
      <vt:lpstr>HTTP</vt:lpstr>
      <vt:lpstr>SNMP</vt:lpstr>
      <vt:lpstr>Modbus</vt:lpstr>
      <vt:lpstr>S7Comm</vt:lpstr>
      <vt:lpstr>Log Data Visualization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عبدالعزيز صلاح محمد عبده نعمه الله</dc:creator>
  <cp:lastModifiedBy>عبدالعزيز صلاح محمد عبده نعمه الله</cp:lastModifiedBy>
  <cp:revision>10</cp:revision>
  <dcterms:created xsi:type="dcterms:W3CDTF">2025-07-02T14:02:30Z</dcterms:created>
  <dcterms:modified xsi:type="dcterms:W3CDTF">2025-08-08T08:25:32Z</dcterms:modified>
</cp:coreProperties>
</file>