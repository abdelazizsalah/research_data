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3" r:id="rId1"/>
  </p:sldMasterIdLst>
  <p:notesMasterIdLst>
    <p:notesMasterId r:id="rId29"/>
  </p:notesMasterIdLst>
  <p:sldIdLst>
    <p:sldId id="256" r:id="rId2"/>
    <p:sldId id="261" r:id="rId3"/>
    <p:sldId id="257" r:id="rId4"/>
    <p:sldId id="258" r:id="rId5"/>
    <p:sldId id="262" r:id="rId6"/>
    <p:sldId id="263" r:id="rId7"/>
    <p:sldId id="264" r:id="rId8"/>
    <p:sldId id="265" r:id="rId9"/>
    <p:sldId id="266" r:id="rId10"/>
    <p:sldId id="267" r:id="rId11"/>
    <p:sldId id="268" r:id="rId12"/>
    <p:sldId id="269" r:id="rId13"/>
    <p:sldId id="270" r:id="rId14"/>
    <p:sldId id="271" r:id="rId15"/>
    <p:sldId id="272" r:id="rId16"/>
    <p:sldId id="260" r:id="rId17"/>
    <p:sldId id="273" r:id="rId18"/>
    <p:sldId id="259" r:id="rId19"/>
    <p:sldId id="274" r:id="rId20"/>
    <p:sldId id="275" r:id="rId21"/>
    <p:sldId id="276" r:id="rId22"/>
    <p:sldId id="277" r:id="rId23"/>
    <p:sldId id="278" r:id="rId24"/>
    <p:sldId id="279" r:id="rId25"/>
    <p:sldId id="280" r:id="rId26"/>
    <p:sldId id="281" r:id="rId27"/>
    <p:sldId id="282"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8" d="100"/>
          <a:sy n="58" d="100"/>
        </p:scale>
        <p:origin x="78" y="10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iagrams/_rels/data2.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ata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4" Type="http://schemas.openxmlformats.org/officeDocument/2006/relationships/image" Target="../media/image15.svg"/></Relationships>
</file>

<file path=ppt/diagrams/_rels/data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4" Type="http://schemas.openxmlformats.org/officeDocument/2006/relationships/image" Target="../media/image15.svg"/></Relationships>
</file>

<file path=ppt/diagrams/_rels/data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4" Type="http://schemas.openxmlformats.org/officeDocument/2006/relationships/image" Target="../media/image15.svg"/></Relationships>
</file>

<file path=ppt/diagrams/_rels/data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7.svg"/><Relationship Id="rId1" Type="http://schemas.openxmlformats.org/officeDocument/2006/relationships/image" Target="../media/image16.png"/><Relationship Id="rId4" Type="http://schemas.openxmlformats.org/officeDocument/2006/relationships/image" Target="../media/image6.svg"/></Relationships>
</file>

<file path=ppt/diagrams/_rels/data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_rels/data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5.svg"/><Relationship Id="rId1" Type="http://schemas.openxmlformats.org/officeDocument/2006/relationships/image" Target="../media/image24.png"/><Relationship Id="rId4" Type="http://schemas.openxmlformats.org/officeDocument/2006/relationships/image" Target="../media/image21.svg"/></Relationships>
</file>

<file path=ppt/diagrams/_rels/data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7.svg"/><Relationship Id="rId1" Type="http://schemas.openxmlformats.org/officeDocument/2006/relationships/image" Target="../media/image26.png"/><Relationship Id="rId4" Type="http://schemas.openxmlformats.org/officeDocument/2006/relationships/image" Target="../media/image6.svg"/></Relationships>
</file>

<file path=ppt/diagrams/_rels/data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9.svg"/><Relationship Id="rId1" Type="http://schemas.openxmlformats.org/officeDocument/2006/relationships/image" Target="../media/image28.png"/><Relationship Id="rId4" Type="http://schemas.openxmlformats.org/officeDocument/2006/relationships/image" Target="../media/image6.svg"/></Relationships>
</file>

<file path=ppt/diagrams/_rels/data11.xml.rels><?xml version="1.0" encoding="UTF-8" standalone="yes"?>
<Relationships xmlns="http://schemas.openxmlformats.org/package/2006/relationships"><Relationship Id="rId8" Type="http://schemas.openxmlformats.org/officeDocument/2006/relationships/image" Target="../media/image37.sv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image" Target="../media/image31.svg"/><Relationship Id="rId1" Type="http://schemas.openxmlformats.org/officeDocument/2006/relationships/image" Target="../media/image30.png"/><Relationship Id="rId6" Type="http://schemas.openxmlformats.org/officeDocument/2006/relationships/image" Target="../media/image35.svg"/><Relationship Id="rId5" Type="http://schemas.openxmlformats.org/officeDocument/2006/relationships/image" Target="../media/image34.png"/><Relationship Id="rId4" Type="http://schemas.openxmlformats.org/officeDocument/2006/relationships/image" Target="../media/image33.svg"/></Relationships>
</file>

<file path=ppt/diagrams/_rels/data13.xml.rels><?xml version="1.0" encoding="UTF-8" standalone="yes"?>
<Relationships xmlns="http://schemas.openxmlformats.org/package/2006/relationships"><Relationship Id="rId8" Type="http://schemas.openxmlformats.org/officeDocument/2006/relationships/image" Target="../media/image47.svg"/><Relationship Id="rId13" Type="http://schemas.openxmlformats.org/officeDocument/2006/relationships/image" Target="../media/image52.png"/><Relationship Id="rId3" Type="http://schemas.openxmlformats.org/officeDocument/2006/relationships/image" Target="../media/image42.png"/><Relationship Id="rId7" Type="http://schemas.openxmlformats.org/officeDocument/2006/relationships/image" Target="../media/image46.png"/><Relationship Id="rId12" Type="http://schemas.openxmlformats.org/officeDocument/2006/relationships/image" Target="../media/image51.svg"/><Relationship Id="rId2" Type="http://schemas.openxmlformats.org/officeDocument/2006/relationships/image" Target="../media/image41.svg"/><Relationship Id="rId16" Type="http://schemas.openxmlformats.org/officeDocument/2006/relationships/image" Target="../media/image55.svg"/><Relationship Id="rId1" Type="http://schemas.openxmlformats.org/officeDocument/2006/relationships/image" Target="../media/image40.png"/><Relationship Id="rId6" Type="http://schemas.openxmlformats.org/officeDocument/2006/relationships/image" Target="../media/image45.svg"/><Relationship Id="rId11" Type="http://schemas.openxmlformats.org/officeDocument/2006/relationships/image" Target="../media/image50.png"/><Relationship Id="rId5" Type="http://schemas.openxmlformats.org/officeDocument/2006/relationships/image" Target="../media/image44.png"/><Relationship Id="rId15" Type="http://schemas.openxmlformats.org/officeDocument/2006/relationships/image" Target="../media/image54.png"/><Relationship Id="rId10" Type="http://schemas.openxmlformats.org/officeDocument/2006/relationships/image" Target="../media/image49.svg"/><Relationship Id="rId4" Type="http://schemas.openxmlformats.org/officeDocument/2006/relationships/image" Target="../media/image43.svg"/><Relationship Id="rId9" Type="http://schemas.openxmlformats.org/officeDocument/2006/relationships/image" Target="../media/image48.png"/><Relationship Id="rId14" Type="http://schemas.openxmlformats.org/officeDocument/2006/relationships/image" Target="../media/image53.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4" Type="http://schemas.openxmlformats.org/officeDocument/2006/relationships/image" Target="../media/image15.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4" Type="http://schemas.openxmlformats.org/officeDocument/2006/relationships/image" Target="../media/image15.svg"/></Relationships>
</file>

<file path=ppt/diagrams/_rels/drawing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4" Type="http://schemas.openxmlformats.org/officeDocument/2006/relationships/image" Target="../media/image15.svg"/></Relationships>
</file>

<file path=ppt/diagrams/_rels/drawing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7.svg"/><Relationship Id="rId1" Type="http://schemas.openxmlformats.org/officeDocument/2006/relationships/image" Target="../media/image16.png"/><Relationship Id="rId4" Type="http://schemas.openxmlformats.org/officeDocument/2006/relationships/image" Target="../media/image6.svg"/></Relationships>
</file>

<file path=ppt/diagrams/_rels/drawing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_rels/drawing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5.svg"/><Relationship Id="rId1" Type="http://schemas.openxmlformats.org/officeDocument/2006/relationships/image" Target="../media/image24.png"/><Relationship Id="rId4" Type="http://schemas.openxmlformats.org/officeDocument/2006/relationships/image" Target="../media/image21.svg"/></Relationships>
</file>

<file path=ppt/diagrams/_rels/drawing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7.svg"/><Relationship Id="rId1" Type="http://schemas.openxmlformats.org/officeDocument/2006/relationships/image" Target="../media/image26.png"/><Relationship Id="rId4" Type="http://schemas.openxmlformats.org/officeDocument/2006/relationships/image" Target="../media/image6.svg"/></Relationships>
</file>

<file path=ppt/diagrams/_rels/drawing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9.svg"/><Relationship Id="rId1" Type="http://schemas.openxmlformats.org/officeDocument/2006/relationships/image" Target="../media/image28.png"/><Relationship Id="rId4" Type="http://schemas.openxmlformats.org/officeDocument/2006/relationships/image" Target="../media/image6.svg"/></Relationships>
</file>

<file path=ppt/diagrams/_rels/drawing11.xml.rels><?xml version="1.0" encoding="UTF-8" standalone="yes"?>
<Relationships xmlns="http://schemas.openxmlformats.org/package/2006/relationships"><Relationship Id="rId8" Type="http://schemas.openxmlformats.org/officeDocument/2006/relationships/image" Target="../media/image37.sv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image" Target="../media/image31.svg"/><Relationship Id="rId1" Type="http://schemas.openxmlformats.org/officeDocument/2006/relationships/image" Target="../media/image30.png"/><Relationship Id="rId6" Type="http://schemas.openxmlformats.org/officeDocument/2006/relationships/image" Target="../media/image35.svg"/><Relationship Id="rId5" Type="http://schemas.openxmlformats.org/officeDocument/2006/relationships/image" Target="../media/image34.png"/><Relationship Id="rId4" Type="http://schemas.openxmlformats.org/officeDocument/2006/relationships/image" Target="../media/image33.svg"/></Relationships>
</file>

<file path=ppt/diagrams/_rels/drawing13.xml.rels><?xml version="1.0" encoding="UTF-8" standalone="yes"?>
<Relationships xmlns="http://schemas.openxmlformats.org/package/2006/relationships"><Relationship Id="rId8" Type="http://schemas.openxmlformats.org/officeDocument/2006/relationships/image" Target="../media/image47.svg"/><Relationship Id="rId13" Type="http://schemas.openxmlformats.org/officeDocument/2006/relationships/image" Target="../media/image52.png"/><Relationship Id="rId3" Type="http://schemas.openxmlformats.org/officeDocument/2006/relationships/image" Target="../media/image42.png"/><Relationship Id="rId7" Type="http://schemas.openxmlformats.org/officeDocument/2006/relationships/image" Target="../media/image46.png"/><Relationship Id="rId12" Type="http://schemas.openxmlformats.org/officeDocument/2006/relationships/image" Target="../media/image51.svg"/><Relationship Id="rId2" Type="http://schemas.openxmlformats.org/officeDocument/2006/relationships/image" Target="../media/image41.svg"/><Relationship Id="rId16" Type="http://schemas.openxmlformats.org/officeDocument/2006/relationships/image" Target="../media/image55.svg"/><Relationship Id="rId1" Type="http://schemas.openxmlformats.org/officeDocument/2006/relationships/image" Target="../media/image40.png"/><Relationship Id="rId6" Type="http://schemas.openxmlformats.org/officeDocument/2006/relationships/image" Target="../media/image45.svg"/><Relationship Id="rId11" Type="http://schemas.openxmlformats.org/officeDocument/2006/relationships/image" Target="../media/image50.png"/><Relationship Id="rId5" Type="http://schemas.openxmlformats.org/officeDocument/2006/relationships/image" Target="../media/image44.png"/><Relationship Id="rId15" Type="http://schemas.openxmlformats.org/officeDocument/2006/relationships/image" Target="../media/image54.png"/><Relationship Id="rId10" Type="http://schemas.openxmlformats.org/officeDocument/2006/relationships/image" Target="../media/image49.svg"/><Relationship Id="rId4" Type="http://schemas.openxmlformats.org/officeDocument/2006/relationships/image" Target="../media/image43.svg"/><Relationship Id="rId9" Type="http://schemas.openxmlformats.org/officeDocument/2006/relationships/image" Target="../media/image48.png"/><Relationship Id="rId14" Type="http://schemas.openxmlformats.org/officeDocument/2006/relationships/image" Target="../media/image53.sv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65C9D95-67CC-457A-A008-E0E439E407A0}" type="doc">
      <dgm:prSet loTypeId="urn:microsoft.com/office/officeart/2016/7/layout/LinearBlockProcessNumbered" loCatId="process" qsTypeId="urn:microsoft.com/office/officeart/2005/8/quickstyle/simple1" qsCatId="simple" csTypeId="urn:microsoft.com/office/officeart/2005/8/colors/colorful1" csCatId="colorful" phldr="1"/>
      <dgm:spPr/>
      <dgm:t>
        <a:bodyPr/>
        <a:lstStyle/>
        <a:p>
          <a:endParaRPr lang="en-US"/>
        </a:p>
      </dgm:t>
    </dgm:pt>
    <dgm:pt modelId="{FF370135-E1CD-4F11-9113-9D1A780D2730}">
      <dgm:prSet/>
      <dgm:spPr/>
      <dgm:t>
        <a:bodyPr/>
        <a:lstStyle/>
        <a:p>
          <a:r>
            <a:rPr lang="en-US" dirty="0"/>
            <a:t>Cost-effective</a:t>
          </a:r>
        </a:p>
      </dgm:t>
    </dgm:pt>
    <dgm:pt modelId="{9311470F-4E1E-4872-879F-88AB500B7DEC}" type="parTrans" cxnId="{4234709D-A9B7-41BD-8F12-FECA14D395DA}">
      <dgm:prSet/>
      <dgm:spPr/>
      <dgm:t>
        <a:bodyPr/>
        <a:lstStyle/>
        <a:p>
          <a:endParaRPr lang="en-US"/>
        </a:p>
      </dgm:t>
    </dgm:pt>
    <dgm:pt modelId="{555C033F-AB48-4B58-ACEB-F667DE31A1CC}" type="sibTrans" cxnId="{4234709D-A9B7-41BD-8F12-FECA14D395DA}">
      <dgm:prSet phldrT="01"/>
      <dgm:spPr/>
      <dgm:t>
        <a:bodyPr/>
        <a:lstStyle/>
        <a:p>
          <a:r>
            <a:rPr lang="en-US"/>
            <a:t>01</a:t>
          </a:r>
        </a:p>
      </dgm:t>
    </dgm:pt>
    <dgm:pt modelId="{2ED1234A-9F17-466D-B417-01017A65C946}">
      <dgm:prSet/>
      <dgm:spPr/>
      <dgm:t>
        <a:bodyPr/>
        <a:lstStyle/>
        <a:p>
          <a:r>
            <a:rPr lang="en-US"/>
            <a:t>Realistic</a:t>
          </a:r>
        </a:p>
      </dgm:t>
    </dgm:pt>
    <dgm:pt modelId="{EBC4C5DA-D957-42F7-B980-4E6D597B8548}" type="parTrans" cxnId="{2C84AD92-EBAF-4CEA-A688-7FB32B388CDA}">
      <dgm:prSet/>
      <dgm:spPr/>
      <dgm:t>
        <a:bodyPr/>
        <a:lstStyle/>
        <a:p>
          <a:endParaRPr lang="en-US"/>
        </a:p>
      </dgm:t>
    </dgm:pt>
    <dgm:pt modelId="{BB83AB3E-47D3-48FB-80F8-F26CB3BC3299}" type="sibTrans" cxnId="{2C84AD92-EBAF-4CEA-A688-7FB32B388CDA}">
      <dgm:prSet phldrT="02"/>
      <dgm:spPr/>
      <dgm:t>
        <a:bodyPr/>
        <a:lstStyle/>
        <a:p>
          <a:r>
            <a:rPr lang="en-US"/>
            <a:t>02</a:t>
          </a:r>
        </a:p>
      </dgm:t>
    </dgm:pt>
    <dgm:pt modelId="{1E5C0979-C873-4972-971A-59ABEEFA0A37}">
      <dgm:prSet/>
      <dgm:spPr/>
      <dgm:t>
        <a:bodyPr/>
        <a:lstStyle/>
        <a:p>
          <a:r>
            <a:rPr lang="en-US" dirty="0"/>
            <a:t>Maintainable</a:t>
          </a:r>
        </a:p>
      </dgm:t>
    </dgm:pt>
    <dgm:pt modelId="{B67FD4E3-7E00-465C-B0B9-994BD157FC2D}" type="parTrans" cxnId="{23622CBF-4F35-4679-A81C-B866C953D2E8}">
      <dgm:prSet/>
      <dgm:spPr/>
      <dgm:t>
        <a:bodyPr/>
        <a:lstStyle/>
        <a:p>
          <a:endParaRPr lang="en-US"/>
        </a:p>
      </dgm:t>
    </dgm:pt>
    <dgm:pt modelId="{F292B5F7-DEA3-47E5-98F8-CECAAAA77D56}" type="sibTrans" cxnId="{23622CBF-4F35-4679-A81C-B866C953D2E8}">
      <dgm:prSet phldrT="03"/>
      <dgm:spPr/>
      <dgm:t>
        <a:bodyPr/>
        <a:lstStyle/>
        <a:p>
          <a:r>
            <a:rPr lang="en-US"/>
            <a:t>03</a:t>
          </a:r>
        </a:p>
      </dgm:t>
    </dgm:pt>
    <dgm:pt modelId="{2C957FF2-6A32-460F-A70D-050F6C31A899}">
      <dgm:prSet/>
      <dgm:spPr/>
      <dgm:t>
        <a:bodyPr/>
        <a:lstStyle/>
        <a:p>
          <a:r>
            <a:rPr lang="en-US"/>
            <a:t>Deterministic</a:t>
          </a:r>
        </a:p>
      </dgm:t>
    </dgm:pt>
    <dgm:pt modelId="{3261E6DF-CD08-4C8A-A5DF-07135F18340C}" type="parTrans" cxnId="{DB3F489E-D662-4E1B-AAA4-83372A7ECCCC}">
      <dgm:prSet/>
      <dgm:spPr/>
      <dgm:t>
        <a:bodyPr/>
        <a:lstStyle/>
        <a:p>
          <a:endParaRPr lang="en-US"/>
        </a:p>
      </dgm:t>
    </dgm:pt>
    <dgm:pt modelId="{72097C69-7FDB-40FD-A8C8-966CD79C5D3A}" type="sibTrans" cxnId="{DB3F489E-D662-4E1B-AAA4-83372A7ECCCC}">
      <dgm:prSet phldrT="04"/>
      <dgm:spPr/>
      <dgm:t>
        <a:bodyPr/>
        <a:lstStyle/>
        <a:p>
          <a:r>
            <a:rPr lang="en-US"/>
            <a:t>04</a:t>
          </a:r>
        </a:p>
      </dgm:t>
    </dgm:pt>
    <dgm:pt modelId="{96AFA393-9E35-4959-9EF7-40282E4563B1}" type="pres">
      <dgm:prSet presAssocID="{265C9D95-67CC-457A-A008-E0E439E407A0}" presName="Name0" presStyleCnt="0">
        <dgm:presLayoutVars>
          <dgm:animLvl val="lvl"/>
          <dgm:resizeHandles val="exact"/>
        </dgm:presLayoutVars>
      </dgm:prSet>
      <dgm:spPr/>
    </dgm:pt>
    <dgm:pt modelId="{E46D1D5B-1D5E-4110-9BBE-BA7D233C268E}" type="pres">
      <dgm:prSet presAssocID="{FF370135-E1CD-4F11-9113-9D1A780D2730}" presName="compositeNode" presStyleCnt="0">
        <dgm:presLayoutVars>
          <dgm:bulletEnabled val="1"/>
        </dgm:presLayoutVars>
      </dgm:prSet>
      <dgm:spPr/>
    </dgm:pt>
    <dgm:pt modelId="{ADC61B25-EE6D-4708-B4D3-CF05464C4317}" type="pres">
      <dgm:prSet presAssocID="{FF370135-E1CD-4F11-9113-9D1A780D2730}" presName="bgRect" presStyleLbl="alignNode1" presStyleIdx="0" presStyleCnt="4"/>
      <dgm:spPr/>
    </dgm:pt>
    <dgm:pt modelId="{5D08D808-017E-4466-B2AC-FC3973B4484E}" type="pres">
      <dgm:prSet presAssocID="{555C033F-AB48-4B58-ACEB-F667DE31A1CC}" presName="sibTransNodeRect" presStyleLbl="alignNode1" presStyleIdx="0" presStyleCnt="4">
        <dgm:presLayoutVars>
          <dgm:chMax val="0"/>
          <dgm:bulletEnabled val="1"/>
        </dgm:presLayoutVars>
      </dgm:prSet>
      <dgm:spPr/>
    </dgm:pt>
    <dgm:pt modelId="{9D52C665-5275-4249-B498-ED9E410BA84C}" type="pres">
      <dgm:prSet presAssocID="{FF370135-E1CD-4F11-9113-9D1A780D2730}" presName="nodeRect" presStyleLbl="alignNode1" presStyleIdx="0" presStyleCnt="4">
        <dgm:presLayoutVars>
          <dgm:bulletEnabled val="1"/>
        </dgm:presLayoutVars>
      </dgm:prSet>
      <dgm:spPr/>
    </dgm:pt>
    <dgm:pt modelId="{07B6A64E-3E74-464F-A1AC-B4857776B6ED}" type="pres">
      <dgm:prSet presAssocID="{555C033F-AB48-4B58-ACEB-F667DE31A1CC}" presName="sibTrans" presStyleCnt="0"/>
      <dgm:spPr/>
    </dgm:pt>
    <dgm:pt modelId="{4595499E-81B3-4053-AA84-B84DF3017C4A}" type="pres">
      <dgm:prSet presAssocID="{2ED1234A-9F17-466D-B417-01017A65C946}" presName="compositeNode" presStyleCnt="0">
        <dgm:presLayoutVars>
          <dgm:bulletEnabled val="1"/>
        </dgm:presLayoutVars>
      </dgm:prSet>
      <dgm:spPr/>
    </dgm:pt>
    <dgm:pt modelId="{541C3B62-B70B-4904-A646-EF3D60D30B63}" type="pres">
      <dgm:prSet presAssocID="{2ED1234A-9F17-466D-B417-01017A65C946}" presName="bgRect" presStyleLbl="alignNode1" presStyleIdx="1" presStyleCnt="4"/>
      <dgm:spPr/>
    </dgm:pt>
    <dgm:pt modelId="{122D4BE3-53C1-48AC-96C9-848B87B51405}" type="pres">
      <dgm:prSet presAssocID="{BB83AB3E-47D3-48FB-80F8-F26CB3BC3299}" presName="sibTransNodeRect" presStyleLbl="alignNode1" presStyleIdx="1" presStyleCnt="4">
        <dgm:presLayoutVars>
          <dgm:chMax val="0"/>
          <dgm:bulletEnabled val="1"/>
        </dgm:presLayoutVars>
      </dgm:prSet>
      <dgm:spPr/>
    </dgm:pt>
    <dgm:pt modelId="{58475971-907C-4E8F-BA02-1243C337F308}" type="pres">
      <dgm:prSet presAssocID="{2ED1234A-9F17-466D-B417-01017A65C946}" presName="nodeRect" presStyleLbl="alignNode1" presStyleIdx="1" presStyleCnt="4">
        <dgm:presLayoutVars>
          <dgm:bulletEnabled val="1"/>
        </dgm:presLayoutVars>
      </dgm:prSet>
      <dgm:spPr/>
    </dgm:pt>
    <dgm:pt modelId="{D8486394-D896-4C7D-9E48-B2FB3DFC6D3B}" type="pres">
      <dgm:prSet presAssocID="{BB83AB3E-47D3-48FB-80F8-F26CB3BC3299}" presName="sibTrans" presStyleCnt="0"/>
      <dgm:spPr/>
    </dgm:pt>
    <dgm:pt modelId="{3F8B51BC-F9F3-4F11-9F35-E8AA906D6484}" type="pres">
      <dgm:prSet presAssocID="{1E5C0979-C873-4972-971A-59ABEEFA0A37}" presName="compositeNode" presStyleCnt="0">
        <dgm:presLayoutVars>
          <dgm:bulletEnabled val="1"/>
        </dgm:presLayoutVars>
      </dgm:prSet>
      <dgm:spPr/>
    </dgm:pt>
    <dgm:pt modelId="{68D20AC3-3C4E-49A3-91E9-43AD4F38E1A8}" type="pres">
      <dgm:prSet presAssocID="{1E5C0979-C873-4972-971A-59ABEEFA0A37}" presName="bgRect" presStyleLbl="alignNode1" presStyleIdx="2" presStyleCnt="4"/>
      <dgm:spPr/>
    </dgm:pt>
    <dgm:pt modelId="{73170F86-8AD2-442F-9CA5-49DA9D2D8E67}" type="pres">
      <dgm:prSet presAssocID="{F292B5F7-DEA3-47E5-98F8-CECAAAA77D56}" presName="sibTransNodeRect" presStyleLbl="alignNode1" presStyleIdx="2" presStyleCnt="4">
        <dgm:presLayoutVars>
          <dgm:chMax val="0"/>
          <dgm:bulletEnabled val="1"/>
        </dgm:presLayoutVars>
      </dgm:prSet>
      <dgm:spPr/>
    </dgm:pt>
    <dgm:pt modelId="{341468CF-E7B1-40DB-9F53-1252F28DA3AA}" type="pres">
      <dgm:prSet presAssocID="{1E5C0979-C873-4972-971A-59ABEEFA0A37}" presName="nodeRect" presStyleLbl="alignNode1" presStyleIdx="2" presStyleCnt="4">
        <dgm:presLayoutVars>
          <dgm:bulletEnabled val="1"/>
        </dgm:presLayoutVars>
      </dgm:prSet>
      <dgm:spPr/>
    </dgm:pt>
    <dgm:pt modelId="{3400D32F-1501-464F-8BA4-55FCD74FA68C}" type="pres">
      <dgm:prSet presAssocID="{F292B5F7-DEA3-47E5-98F8-CECAAAA77D56}" presName="sibTrans" presStyleCnt="0"/>
      <dgm:spPr/>
    </dgm:pt>
    <dgm:pt modelId="{33EAAC36-3CF1-4008-9463-B6BDF6533891}" type="pres">
      <dgm:prSet presAssocID="{2C957FF2-6A32-460F-A70D-050F6C31A899}" presName="compositeNode" presStyleCnt="0">
        <dgm:presLayoutVars>
          <dgm:bulletEnabled val="1"/>
        </dgm:presLayoutVars>
      </dgm:prSet>
      <dgm:spPr/>
    </dgm:pt>
    <dgm:pt modelId="{B6371D90-502D-4E16-B07F-C493951D1629}" type="pres">
      <dgm:prSet presAssocID="{2C957FF2-6A32-460F-A70D-050F6C31A899}" presName="bgRect" presStyleLbl="alignNode1" presStyleIdx="3" presStyleCnt="4"/>
      <dgm:spPr/>
    </dgm:pt>
    <dgm:pt modelId="{C12BC10F-9A1F-4778-8EDE-2258582E344B}" type="pres">
      <dgm:prSet presAssocID="{72097C69-7FDB-40FD-A8C8-966CD79C5D3A}" presName="sibTransNodeRect" presStyleLbl="alignNode1" presStyleIdx="3" presStyleCnt="4">
        <dgm:presLayoutVars>
          <dgm:chMax val="0"/>
          <dgm:bulletEnabled val="1"/>
        </dgm:presLayoutVars>
      </dgm:prSet>
      <dgm:spPr/>
    </dgm:pt>
    <dgm:pt modelId="{054AA3A2-AC37-4FD7-8601-CDBEDBEB08E5}" type="pres">
      <dgm:prSet presAssocID="{2C957FF2-6A32-460F-A70D-050F6C31A899}" presName="nodeRect" presStyleLbl="alignNode1" presStyleIdx="3" presStyleCnt="4">
        <dgm:presLayoutVars>
          <dgm:bulletEnabled val="1"/>
        </dgm:presLayoutVars>
      </dgm:prSet>
      <dgm:spPr/>
    </dgm:pt>
  </dgm:ptLst>
  <dgm:cxnLst>
    <dgm:cxn modelId="{DC607600-182B-4B4C-9D83-2944B58FF91D}" type="presOf" srcId="{FF370135-E1CD-4F11-9113-9D1A780D2730}" destId="{9D52C665-5275-4249-B498-ED9E410BA84C}" srcOrd="1" destOrd="0" presId="urn:microsoft.com/office/officeart/2016/7/layout/LinearBlockProcessNumbered"/>
    <dgm:cxn modelId="{37B7E313-1935-4ECF-8A31-F5515C995F39}" type="presOf" srcId="{BB83AB3E-47D3-48FB-80F8-F26CB3BC3299}" destId="{122D4BE3-53C1-48AC-96C9-848B87B51405}" srcOrd="0" destOrd="0" presId="urn:microsoft.com/office/officeart/2016/7/layout/LinearBlockProcessNumbered"/>
    <dgm:cxn modelId="{84FC4E37-C828-42E9-A49F-C9338E60FB17}" type="presOf" srcId="{2ED1234A-9F17-466D-B417-01017A65C946}" destId="{58475971-907C-4E8F-BA02-1243C337F308}" srcOrd="1" destOrd="0" presId="urn:microsoft.com/office/officeart/2016/7/layout/LinearBlockProcessNumbered"/>
    <dgm:cxn modelId="{DB73B739-3431-4774-8B88-23EBC8769C9A}" type="presOf" srcId="{1E5C0979-C873-4972-971A-59ABEEFA0A37}" destId="{68D20AC3-3C4E-49A3-91E9-43AD4F38E1A8}" srcOrd="0" destOrd="0" presId="urn:microsoft.com/office/officeart/2016/7/layout/LinearBlockProcessNumbered"/>
    <dgm:cxn modelId="{DD81353A-3820-4EB2-ACCA-61CB9988822A}" type="presOf" srcId="{555C033F-AB48-4B58-ACEB-F667DE31A1CC}" destId="{5D08D808-017E-4466-B2AC-FC3973B4484E}" srcOrd="0" destOrd="0" presId="urn:microsoft.com/office/officeart/2016/7/layout/LinearBlockProcessNumbered"/>
    <dgm:cxn modelId="{7698504A-0547-459A-AE13-F5433C5258D9}" type="presOf" srcId="{265C9D95-67CC-457A-A008-E0E439E407A0}" destId="{96AFA393-9E35-4959-9EF7-40282E4563B1}" srcOrd="0" destOrd="0" presId="urn:microsoft.com/office/officeart/2016/7/layout/LinearBlockProcessNumbered"/>
    <dgm:cxn modelId="{2D18364B-AE52-4450-929F-78CBCEDD7F34}" type="presOf" srcId="{FF370135-E1CD-4F11-9113-9D1A780D2730}" destId="{ADC61B25-EE6D-4708-B4D3-CF05464C4317}" srcOrd="0" destOrd="0" presId="urn:microsoft.com/office/officeart/2016/7/layout/LinearBlockProcessNumbered"/>
    <dgm:cxn modelId="{F0F0646B-FC04-431C-BDB9-C467D0446754}" type="presOf" srcId="{2C957FF2-6A32-460F-A70D-050F6C31A899}" destId="{B6371D90-502D-4E16-B07F-C493951D1629}" srcOrd="0" destOrd="0" presId="urn:microsoft.com/office/officeart/2016/7/layout/LinearBlockProcessNumbered"/>
    <dgm:cxn modelId="{C5E76F87-5757-4DD6-A3BB-C2ED5CC16174}" type="presOf" srcId="{F292B5F7-DEA3-47E5-98F8-CECAAAA77D56}" destId="{73170F86-8AD2-442F-9CA5-49DA9D2D8E67}" srcOrd="0" destOrd="0" presId="urn:microsoft.com/office/officeart/2016/7/layout/LinearBlockProcessNumbered"/>
    <dgm:cxn modelId="{2C84AD92-EBAF-4CEA-A688-7FB32B388CDA}" srcId="{265C9D95-67CC-457A-A008-E0E439E407A0}" destId="{2ED1234A-9F17-466D-B417-01017A65C946}" srcOrd="1" destOrd="0" parTransId="{EBC4C5DA-D957-42F7-B980-4E6D597B8548}" sibTransId="{BB83AB3E-47D3-48FB-80F8-F26CB3BC3299}"/>
    <dgm:cxn modelId="{4234709D-A9B7-41BD-8F12-FECA14D395DA}" srcId="{265C9D95-67CC-457A-A008-E0E439E407A0}" destId="{FF370135-E1CD-4F11-9113-9D1A780D2730}" srcOrd="0" destOrd="0" parTransId="{9311470F-4E1E-4872-879F-88AB500B7DEC}" sibTransId="{555C033F-AB48-4B58-ACEB-F667DE31A1CC}"/>
    <dgm:cxn modelId="{DB3F489E-D662-4E1B-AAA4-83372A7ECCCC}" srcId="{265C9D95-67CC-457A-A008-E0E439E407A0}" destId="{2C957FF2-6A32-460F-A70D-050F6C31A899}" srcOrd="3" destOrd="0" parTransId="{3261E6DF-CD08-4C8A-A5DF-07135F18340C}" sibTransId="{72097C69-7FDB-40FD-A8C8-966CD79C5D3A}"/>
    <dgm:cxn modelId="{83DDB9AC-DF89-4D0E-988B-AD3FCD1CCCD4}" type="presOf" srcId="{1E5C0979-C873-4972-971A-59ABEEFA0A37}" destId="{341468CF-E7B1-40DB-9F53-1252F28DA3AA}" srcOrd="1" destOrd="0" presId="urn:microsoft.com/office/officeart/2016/7/layout/LinearBlockProcessNumbered"/>
    <dgm:cxn modelId="{338DE0B6-2737-4C7B-9E14-7A4402ED8CF7}" type="presOf" srcId="{2ED1234A-9F17-466D-B417-01017A65C946}" destId="{541C3B62-B70B-4904-A646-EF3D60D30B63}" srcOrd="0" destOrd="0" presId="urn:microsoft.com/office/officeart/2016/7/layout/LinearBlockProcessNumbered"/>
    <dgm:cxn modelId="{17A9FCB6-B07B-44B1-993E-4061AF627D1C}" type="presOf" srcId="{72097C69-7FDB-40FD-A8C8-966CD79C5D3A}" destId="{C12BC10F-9A1F-4778-8EDE-2258582E344B}" srcOrd="0" destOrd="0" presId="urn:microsoft.com/office/officeart/2016/7/layout/LinearBlockProcessNumbered"/>
    <dgm:cxn modelId="{23622CBF-4F35-4679-A81C-B866C953D2E8}" srcId="{265C9D95-67CC-457A-A008-E0E439E407A0}" destId="{1E5C0979-C873-4972-971A-59ABEEFA0A37}" srcOrd="2" destOrd="0" parTransId="{B67FD4E3-7E00-465C-B0B9-994BD157FC2D}" sibTransId="{F292B5F7-DEA3-47E5-98F8-CECAAAA77D56}"/>
    <dgm:cxn modelId="{C311F2C4-CF96-4928-91A2-E0A8BDC2B8E3}" type="presOf" srcId="{2C957FF2-6A32-460F-A70D-050F6C31A899}" destId="{054AA3A2-AC37-4FD7-8601-CDBEDBEB08E5}" srcOrd="1" destOrd="0" presId="urn:microsoft.com/office/officeart/2016/7/layout/LinearBlockProcessNumbered"/>
    <dgm:cxn modelId="{2D54B204-F262-478E-89CB-02A9B122EB8E}" type="presParOf" srcId="{96AFA393-9E35-4959-9EF7-40282E4563B1}" destId="{E46D1D5B-1D5E-4110-9BBE-BA7D233C268E}" srcOrd="0" destOrd="0" presId="urn:microsoft.com/office/officeart/2016/7/layout/LinearBlockProcessNumbered"/>
    <dgm:cxn modelId="{89ABDC73-4BAF-4376-B8CB-75344176B787}" type="presParOf" srcId="{E46D1D5B-1D5E-4110-9BBE-BA7D233C268E}" destId="{ADC61B25-EE6D-4708-B4D3-CF05464C4317}" srcOrd="0" destOrd="0" presId="urn:microsoft.com/office/officeart/2016/7/layout/LinearBlockProcessNumbered"/>
    <dgm:cxn modelId="{BAC884B2-E490-489D-B184-52A339CDE23D}" type="presParOf" srcId="{E46D1D5B-1D5E-4110-9BBE-BA7D233C268E}" destId="{5D08D808-017E-4466-B2AC-FC3973B4484E}" srcOrd="1" destOrd="0" presId="urn:microsoft.com/office/officeart/2016/7/layout/LinearBlockProcessNumbered"/>
    <dgm:cxn modelId="{B586D769-EB50-46CF-A267-E8EC5DF985AC}" type="presParOf" srcId="{E46D1D5B-1D5E-4110-9BBE-BA7D233C268E}" destId="{9D52C665-5275-4249-B498-ED9E410BA84C}" srcOrd="2" destOrd="0" presId="urn:microsoft.com/office/officeart/2016/7/layout/LinearBlockProcessNumbered"/>
    <dgm:cxn modelId="{1C78B0F6-77CC-40F2-87EB-051CB7A9E67D}" type="presParOf" srcId="{96AFA393-9E35-4959-9EF7-40282E4563B1}" destId="{07B6A64E-3E74-464F-A1AC-B4857776B6ED}" srcOrd="1" destOrd="0" presId="urn:microsoft.com/office/officeart/2016/7/layout/LinearBlockProcessNumbered"/>
    <dgm:cxn modelId="{B941231E-29D9-4601-8092-10690AB0647D}" type="presParOf" srcId="{96AFA393-9E35-4959-9EF7-40282E4563B1}" destId="{4595499E-81B3-4053-AA84-B84DF3017C4A}" srcOrd="2" destOrd="0" presId="urn:microsoft.com/office/officeart/2016/7/layout/LinearBlockProcessNumbered"/>
    <dgm:cxn modelId="{7CBFCDFA-FCB5-4326-AB2B-C675034863F0}" type="presParOf" srcId="{4595499E-81B3-4053-AA84-B84DF3017C4A}" destId="{541C3B62-B70B-4904-A646-EF3D60D30B63}" srcOrd="0" destOrd="0" presId="urn:microsoft.com/office/officeart/2016/7/layout/LinearBlockProcessNumbered"/>
    <dgm:cxn modelId="{BEFF6C43-9743-4EEE-B5F6-0013F0255D64}" type="presParOf" srcId="{4595499E-81B3-4053-AA84-B84DF3017C4A}" destId="{122D4BE3-53C1-48AC-96C9-848B87B51405}" srcOrd="1" destOrd="0" presId="urn:microsoft.com/office/officeart/2016/7/layout/LinearBlockProcessNumbered"/>
    <dgm:cxn modelId="{93594171-BB18-4673-98E7-4F16003FE510}" type="presParOf" srcId="{4595499E-81B3-4053-AA84-B84DF3017C4A}" destId="{58475971-907C-4E8F-BA02-1243C337F308}" srcOrd="2" destOrd="0" presId="urn:microsoft.com/office/officeart/2016/7/layout/LinearBlockProcessNumbered"/>
    <dgm:cxn modelId="{CA0F0528-768E-4E45-AC7E-6892BEC4A4D6}" type="presParOf" srcId="{96AFA393-9E35-4959-9EF7-40282E4563B1}" destId="{D8486394-D896-4C7D-9E48-B2FB3DFC6D3B}" srcOrd="3" destOrd="0" presId="urn:microsoft.com/office/officeart/2016/7/layout/LinearBlockProcessNumbered"/>
    <dgm:cxn modelId="{EBF98296-C2F6-4432-861F-80E77732A866}" type="presParOf" srcId="{96AFA393-9E35-4959-9EF7-40282E4563B1}" destId="{3F8B51BC-F9F3-4F11-9F35-E8AA906D6484}" srcOrd="4" destOrd="0" presId="urn:microsoft.com/office/officeart/2016/7/layout/LinearBlockProcessNumbered"/>
    <dgm:cxn modelId="{8BC29F86-E694-410B-9AE7-E546935C0B06}" type="presParOf" srcId="{3F8B51BC-F9F3-4F11-9F35-E8AA906D6484}" destId="{68D20AC3-3C4E-49A3-91E9-43AD4F38E1A8}" srcOrd="0" destOrd="0" presId="urn:microsoft.com/office/officeart/2016/7/layout/LinearBlockProcessNumbered"/>
    <dgm:cxn modelId="{EA17C285-2333-4026-A434-3E02619C0218}" type="presParOf" srcId="{3F8B51BC-F9F3-4F11-9F35-E8AA906D6484}" destId="{73170F86-8AD2-442F-9CA5-49DA9D2D8E67}" srcOrd="1" destOrd="0" presId="urn:microsoft.com/office/officeart/2016/7/layout/LinearBlockProcessNumbered"/>
    <dgm:cxn modelId="{C3F1D5B9-ABA8-413A-B31C-58FF54E4E138}" type="presParOf" srcId="{3F8B51BC-F9F3-4F11-9F35-E8AA906D6484}" destId="{341468CF-E7B1-40DB-9F53-1252F28DA3AA}" srcOrd="2" destOrd="0" presId="urn:microsoft.com/office/officeart/2016/7/layout/LinearBlockProcessNumbered"/>
    <dgm:cxn modelId="{64596125-9039-4BE2-A045-FB8F2AB3AC8F}" type="presParOf" srcId="{96AFA393-9E35-4959-9EF7-40282E4563B1}" destId="{3400D32F-1501-464F-8BA4-55FCD74FA68C}" srcOrd="5" destOrd="0" presId="urn:microsoft.com/office/officeart/2016/7/layout/LinearBlockProcessNumbered"/>
    <dgm:cxn modelId="{6E72B234-D2DD-4CE7-8CED-5C69479434A9}" type="presParOf" srcId="{96AFA393-9E35-4959-9EF7-40282E4563B1}" destId="{33EAAC36-3CF1-4008-9463-B6BDF6533891}" srcOrd="6" destOrd="0" presId="urn:microsoft.com/office/officeart/2016/7/layout/LinearBlockProcessNumbered"/>
    <dgm:cxn modelId="{399839AB-1E59-457F-92B1-12EED2A92501}" type="presParOf" srcId="{33EAAC36-3CF1-4008-9463-B6BDF6533891}" destId="{B6371D90-502D-4E16-B07F-C493951D1629}" srcOrd="0" destOrd="0" presId="urn:microsoft.com/office/officeart/2016/7/layout/LinearBlockProcessNumbered"/>
    <dgm:cxn modelId="{38F2B964-0C96-4397-856B-46627CF759FE}" type="presParOf" srcId="{33EAAC36-3CF1-4008-9463-B6BDF6533891}" destId="{C12BC10F-9A1F-4778-8EDE-2258582E344B}" srcOrd="1" destOrd="0" presId="urn:microsoft.com/office/officeart/2016/7/layout/LinearBlockProcessNumbered"/>
    <dgm:cxn modelId="{BC24405E-329F-4588-814F-801294E447F6}" type="presParOf" srcId="{33EAAC36-3CF1-4008-9463-B6BDF6533891}" destId="{054AA3A2-AC37-4FD7-8601-CDBEDBEB08E5}"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8DA06F0-3D85-497E-BCDE-D30105C8BDDD}"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4EB5F06B-3554-4C19-B6EA-9F6E6E796C96}">
      <dgm:prSet custT="1"/>
      <dgm:spPr/>
      <dgm:t>
        <a:bodyPr/>
        <a:lstStyle/>
        <a:p>
          <a:r>
            <a:rPr lang="en-US" sz="2000" dirty="0"/>
            <a:t>Introduces the </a:t>
          </a:r>
          <a:r>
            <a:rPr lang="en-US" sz="2000" b="1" dirty="0"/>
            <a:t>first academic virtual high-interactive ICS honeypot</a:t>
          </a:r>
          <a:r>
            <a:rPr lang="en-US" sz="2000" dirty="0"/>
            <a:t> supporting the </a:t>
          </a:r>
          <a:r>
            <a:rPr lang="en-US" sz="2000" b="1" dirty="0" err="1"/>
            <a:t>EtherNet</a:t>
          </a:r>
          <a:r>
            <a:rPr lang="en-US" sz="2000" b="1" dirty="0"/>
            <a:t>/IP protocol</a:t>
          </a:r>
          <a:endParaRPr lang="en-US" sz="2000" dirty="0"/>
        </a:p>
      </dgm:t>
    </dgm:pt>
    <dgm:pt modelId="{689D1A00-00D4-4F5A-8152-50657343AB07}" type="parTrans" cxnId="{867BD4DB-B3F4-4217-BA55-8004330F89AD}">
      <dgm:prSet/>
      <dgm:spPr/>
      <dgm:t>
        <a:bodyPr/>
        <a:lstStyle/>
        <a:p>
          <a:endParaRPr lang="en-US"/>
        </a:p>
      </dgm:t>
    </dgm:pt>
    <dgm:pt modelId="{13ECF038-7D0E-48E4-8AF2-F9678A0F5B22}" type="sibTrans" cxnId="{867BD4DB-B3F4-4217-BA55-8004330F89AD}">
      <dgm:prSet/>
      <dgm:spPr/>
      <dgm:t>
        <a:bodyPr/>
        <a:lstStyle/>
        <a:p>
          <a:endParaRPr lang="en-US"/>
        </a:p>
      </dgm:t>
    </dgm:pt>
    <dgm:pt modelId="{4253E9C9-641A-44BB-B557-DA024DE28407}">
      <dgm:prSet/>
      <dgm:spPr/>
      <dgm:t>
        <a:bodyPr/>
        <a:lstStyle/>
        <a:p>
          <a:r>
            <a:rPr lang="en-US" dirty="0"/>
            <a:t>Uses </a:t>
          </a:r>
          <a:r>
            <a:rPr lang="en-US" dirty="0" err="1"/>
            <a:t>MiniCPS</a:t>
          </a:r>
          <a:r>
            <a:rPr lang="en-US" dirty="0"/>
            <a:t> (built on Mininet) to simulate</a:t>
          </a:r>
        </a:p>
      </dgm:t>
    </dgm:pt>
    <dgm:pt modelId="{DA305524-B3B6-4EC3-8357-B0F17A311D34}" type="parTrans" cxnId="{ABE0FB30-3204-49BC-BE8E-1AB1DB9F07B8}">
      <dgm:prSet/>
      <dgm:spPr/>
      <dgm:t>
        <a:bodyPr/>
        <a:lstStyle/>
        <a:p>
          <a:endParaRPr lang="en-US"/>
        </a:p>
      </dgm:t>
    </dgm:pt>
    <dgm:pt modelId="{A4E6DEED-A22E-4622-AB4B-38C0C149197C}" type="sibTrans" cxnId="{ABE0FB30-3204-49BC-BE8E-1AB1DB9F07B8}">
      <dgm:prSet/>
      <dgm:spPr/>
      <dgm:t>
        <a:bodyPr/>
        <a:lstStyle/>
        <a:p>
          <a:endParaRPr lang="en-US"/>
        </a:p>
      </dgm:t>
    </dgm:pt>
    <dgm:pt modelId="{D5EDEEB9-458D-4FC5-BBBF-8F338660036E}">
      <dgm:prSet/>
      <dgm:spPr/>
      <dgm:t>
        <a:bodyPr/>
        <a:lstStyle/>
        <a:p>
          <a:r>
            <a:rPr lang="en-US"/>
            <a:t>ICS network topologies</a:t>
          </a:r>
        </a:p>
      </dgm:t>
    </dgm:pt>
    <dgm:pt modelId="{3481F71D-422D-436B-A031-11A807E1090E}" type="parTrans" cxnId="{420E8634-9ED4-465B-A62B-4DCACDA83CFB}">
      <dgm:prSet/>
      <dgm:spPr/>
      <dgm:t>
        <a:bodyPr/>
        <a:lstStyle/>
        <a:p>
          <a:endParaRPr lang="en-US"/>
        </a:p>
      </dgm:t>
    </dgm:pt>
    <dgm:pt modelId="{08330B66-FCBF-421C-A4A1-0EB3EBAB7C61}" type="sibTrans" cxnId="{420E8634-9ED4-465B-A62B-4DCACDA83CFB}">
      <dgm:prSet/>
      <dgm:spPr/>
      <dgm:t>
        <a:bodyPr/>
        <a:lstStyle/>
        <a:p>
          <a:endParaRPr lang="en-US"/>
        </a:p>
      </dgm:t>
    </dgm:pt>
    <dgm:pt modelId="{E3FC617E-5833-42F1-B61F-A9C90445B8E8}">
      <dgm:prSet/>
      <dgm:spPr/>
      <dgm:t>
        <a:bodyPr/>
        <a:lstStyle/>
        <a:p>
          <a:r>
            <a:rPr lang="en-US"/>
            <a:t>PLC Logic</a:t>
          </a:r>
        </a:p>
      </dgm:t>
    </dgm:pt>
    <dgm:pt modelId="{3F7FED6E-3AE2-45F2-A9B8-BE1D2A60176A}" type="parTrans" cxnId="{867645A8-F932-4C7B-B856-9448A82F3ADC}">
      <dgm:prSet/>
      <dgm:spPr/>
      <dgm:t>
        <a:bodyPr/>
        <a:lstStyle/>
        <a:p>
          <a:endParaRPr lang="en-US"/>
        </a:p>
      </dgm:t>
    </dgm:pt>
    <dgm:pt modelId="{8604B7CF-9683-4F4E-B225-95373F041DDE}" type="sibTrans" cxnId="{867645A8-F932-4C7B-B856-9448A82F3ADC}">
      <dgm:prSet/>
      <dgm:spPr/>
      <dgm:t>
        <a:bodyPr/>
        <a:lstStyle/>
        <a:p>
          <a:endParaRPr lang="en-US"/>
        </a:p>
      </dgm:t>
    </dgm:pt>
    <dgm:pt modelId="{A9505FB2-2993-4AE9-8E81-0A5C352B574E}">
      <dgm:prSet/>
      <dgm:spPr/>
      <dgm:t>
        <a:bodyPr/>
        <a:lstStyle/>
        <a:p>
          <a:r>
            <a:rPr lang="en-US"/>
            <a:t>Physical processes</a:t>
          </a:r>
        </a:p>
      </dgm:t>
    </dgm:pt>
    <dgm:pt modelId="{82F5C420-2A38-462E-BA02-A6B6C4B7E650}" type="parTrans" cxnId="{4D9B5D95-4A17-4D73-A02A-3C4DCBC76E93}">
      <dgm:prSet/>
      <dgm:spPr/>
      <dgm:t>
        <a:bodyPr/>
        <a:lstStyle/>
        <a:p>
          <a:endParaRPr lang="en-US"/>
        </a:p>
      </dgm:t>
    </dgm:pt>
    <dgm:pt modelId="{28ED1F53-1F74-41F9-9FA2-270AD31D53B8}" type="sibTrans" cxnId="{4D9B5D95-4A17-4D73-A02A-3C4DCBC76E93}">
      <dgm:prSet/>
      <dgm:spPr/>
      <dgm:t>
        <a:bodyPr/>
        <a:lstStyle/>
        <a:p>
          <a:endParaRPr lang="en-US"/>
        </a:p>
      </dgm:t>
    </dgm:pt>
    <dgm:pt modelId="{474C87AF-E17E-436C-A2A2-37886D363BEA}">
      <dgm:prSet/>
      <dgm:spPr/>
      <dgm:t>
        <a:bodyPr/>
        <a:lstStyle/>
        <a:p>
          <a:r>
            <a:rPr lang="en-US" dirty="0"/>
            <a:t>Provides high interaction without relying on full virtualization </a:t>
          </a:r>
          <a:r>
            <a:rPr lang="en-US" b="0" dirty="0"/>
            <a:t>such as a network of virtual machines</a:t>
          </a:r>
          <a:r>
            <a:rPr lang="en-US" dirty="0"/>
            <a:t>.</a:t>
          </a:r>
        </a:p>
      </dgm:t>
    </dgm:pt>
    <dgm:pt modelId="{03EC953E-B5B1-4A24-9A4B-0C68A0AFE5AF}" type="parTrans" cxnId="{06775656-F46B-46AF-B75F-2F461BF92DFB}">
      <dgm:prSet/>
      <dgm:spPr/>
      <dgm:t>
        <a:bodyPr/>
        <a:lstStyle/>
        <a:p>
          <a:endParaRPr lang="en-US"/>
        </a:p>
      </dgm:t>
    </dgm:pt>
    <dgm:pt modelId="{3520CFE2-F669-4A3C-8FE9-C81E8A974A05}" type="sibTrans" cxnId="{06775656-F46B-46AF-B75F-2F461BF92DFB}">
      <dgm:prSet/>
      <dgm:spPr/>
      <dgm:t>
        <a:bodyPr/>
        <a:lstStyle/>
        <a:p>
          <a:endParaRPr lang="en-US"/>
        </a:p>
      </dgm:t>
    </dgm:pt>
    <dgm:pt modelId="{843505D5-236E-44BB-9825-DC2C2AAAEFF0}">
      <dgm:prSet/>
      <dgm:spPr/>
      <dgm:t>
        <a:bodyPr/>
        <a:lstStyle/>
        <a:p>
          <a:r>
            <a:rPr lang="en-US"/>
            <a:t>Integrates with a Software Defined Network (SDN) for flexible control</a:t>
          </a:r>
        </a:p>
      </dgm:t>
    </dgm:pt>
    <dgm:pt modelId="{EE3281B0-BE76-4020-831C-B2D58EFC6D85}" type="parTrans" cxnId="{E8FB4737-9AA6-43EB-B0E4-877073DDCE01}">
      <dgm:prSet/>
      <dgm:spPr/>
      <dgm:t>
        <a:bodyPr/>
        <a:lstStyle/>
        <a:p>
          <a:endParaRPr lang="en-US"/>
        </a:p>
      </dgm:t>
    </dgm:pt>
    <dgm:pt modelId="{D791FE12-125B-4529-B4C1-304A07A670C0}" type="sibTrans" cxnId="{E8FB4737-9AA6-43EB-B0E4-877073DDCE01}">
      <dgm:prSet/>
      <dgm:spPr/>
      <dgm:t>
        <a:bodyPr/>
        <a:lstStyle/>
        <a:p>
          <a:endParaRPr lang="en-US"/>
        </a:p>
      </dgm:t>
    </dgm:pt>
    <dgm:pt modelId="{8F1BB766-35B5-4E80-A1F6-1719768633C0}" type="pres">
      <dgm:prSet presAssocID="{18DA06F0-3D85-497E-BCDE-D30105C8BDDD}" presName="root" presStyleCnt="0">
        <dgm:presLayoutVars>
          <dgm:dir/>
          <dgm:resizeHandles val="exact"/>
        </dgm:presLayoutVars>
      </dgm:prSet>
      <dgm:spPr/>
    </dgm:pt>
    <dgm:pt modelId="{7D7479EF-83D5-4A5E-AF3D-8624AF831C85}" type="pres">
      <dgm:prSet presAssocID="{4EB5F06B-3554-4C19-B6EA-9F6E6E796C96}" presName="compNode" presStyleCnt="0"/>
      <dgm:spPr/>
    </dgm:pt>
    <dgm:pt modelId="{D82FEA0D-1520-4FE6-95D2-8A9738290336}" type="pres">
      <dgm:prSet presAssocID="{4EB5F06B-3554-4C19-B6EA-9F6E6E796C96}" presName="bgRect" presStyleLbl="bgShp" presStyleIdx="0" presStyleCnt="4" custScaleY="128164"/>
      <dgm:spPr/>
    </dgm:pt>
    <dgm:pt modelId="{6C87E8B8-0D1E-4E61-8D5C-EA34756D31FA}" type="pres">
      <dgm:prSet presAssocID="{4EB5F06B-3554-4C19-B6EA-9F6E6E796C96}"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mputer"/>
        </a:ext>
      </dgm:extLst>
    </dgm:pt>
    <dgm:pt modelId="{B708E37A-EE06-4939-992C-6752383F276A}" type="pres">
      <dgm:prSet presAssocID="{4EB5F06B-3554-4C19-B6EA-9F6E6E796C96}" presName="spaceRect" presStyleCnt="0"/>
      <dgm:spPr/>
    </dgm:pt>
    <dgm:pt modelId="{D83EBB18-2D36-4C7C-8089-2759A68CF4DC}" type="pres">
      <dgm:prSet presAssocID="{4EB5F06B-3554-4C19-B6EA-9F6E6E796C96}" presName="parTx" presStyleLbl="revTx" presStyleIdx="0" presStyleCnt="5" custScaleY="102863">
        <dgm:presLayoutVars>
          <dgm:chMax val="0"/>
          <dgm:chPref val="0"/>
        </dgm:presLayoutVars>
      </dgm:prSet>
      <dgm:spPr/>
    </dgm:pt>
    <dgm:pt modelId="{D7E1AB4D-9188-47C8-AF5E-45F49A697D37}" type="pres">
      <dgm:prSet presAssocID="{13ECF038-7D0E-48E4-8AF2-F9678A0F5B22}" presName="sibTrans" presStyleCnt="0"/>
      <dgm:spPr/>
    </dgm:pt>
    <dgm:pt modelId="{23F63325-812F-495B-9A50-A1A441D2EA4B}" type="pres">
      <dgm:prSet presAssocID="{4253E9C9-641A-44BB-B557-DA024DE28407}" presName="compNode" presStyleCnt="0"/>
      <dgm:spPr/>
    </dgm:pt>
    <dgm:pt modelId="{3480A128-DD26-4EE6-BFFE-7DC5447117A4}" type="pres">
      <dgm:prSet presAssocID="{4253E9C9-641A-44BB-B557-DA024DE28407}" presName="bgRect" presStyleLbl="bgShp" presStyleIdx="1" presStyleCnt="4" custScaleY="128200"/>
      <dgm:spPr/>
    </dgm:pt>
    <dgm:pt modelId="{2B9E03C7-4333-4E37-89FD-FDDCD771FD6B}" type="pres">
      <dgm:prSet presAssocID="{4253E9C9-641A-44BB-B557-DA024DE28407}"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01716615-6275-4C2E-962B-691C52E20D4A}" type="pres">
      <dgm:prSet presAssocID="{4253E9C9-641A-44BB-B557-DA024DE28407}" presName="spaceRect" presStyleCnt="0"/>
      <dgm:spPr/>
    </dgm:pt>
    <dgm:pt modelId="{F036AA08-15FE-4A01-B12A-8626B26AFA9E}" type="pres">
      <dgm:prSet presAssocID="{4253E9C9-641A-44BB-B557-DA024DE28407}" presName="parTx" presStyleLbl="revTx" presStyleIdx="1" presStyleCnt="5">
        <dgm:presLayoutVars>
          <dgm:chMax val="0"/>
          <dgm:chPref val="0"/>
        </dgm:presLayoutVars>
      </dgm:prSet>
      <dgm:spPr/>
    </dgm:pt>
    <dgm:pt modelId="{BC9EF850-6899-4CCB-BAF6-A72C42944530}" type="pres">
      <dgm:prSet presAssocID="{4253E9C9-641A-44BB-B557-DA024DE28407}" presName="desTx" presStyleLbl="revTx" presStyleIdx="2" presStyleCnt="5">
        <dgm:presLayoutVars/>
      </dgm:prSet>
      <dgm:spPr/>
    </dgm:pt>
    <dgm:pt modelId="{647B0B18-2FED-4E89-A743-026991166D41}" type="pres">
      <dgm:prSet presAssocID="{A4E6DEED-A22E-4622-AB4B-38C0C149197C}" presName="sibTrans" presStyleCnt="0"/>
      <dgm:spPr/>
    </dgm:pt>
    <dgm:pt modelId="{916F39F4-820A-4AA2-B3B2-332E33455040}" type="pres">
      <dgm:prSet presAssocID="{474C87AF-E17E-436C-A2A2-37886D363BEA}" presName="compNode" presStyleCnt="0"/>
      <dgm:spPr/>
    </dgm:pt>
    <dgm:pt modelId="{D41FFD35-77A3-4E59-8FFD-14A606BA56B1}" type="pres">
      <dgm:prSet presAssocID="{474C87AF-E17E-436C-A2A2-37886D363BEA}" presName="bgRect" presStyleLbl="bgShp" presStyleIdx="2" presStyleCnt="4"/>
      <dgm:spPr/>
    </dgm:pt>
    <dgm:pt modelId="{11395196-0FC6-4D22-855A-C1B4F06F0EFA}" type="pres">
      <dgm:prSet presAssocID="{474C87AF-E17E-436C-A2A2-37886D363BEA}"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all center"/>
        </a:ext>
      </dgm:extLst>
    </dgm:pt>
    <dgm:pt modelId="{3BBC8C17-C644-4F69-BCB5-E9F87428A01F}" type="pres">
      <dgm:prSet presAssocID="{474C87AF-E17E-436C-A2A2-37886D363BEA}" presName="spaceRect" presStyleCnt="0"/>
      <dgm:spPr/>
    </dgm:pt>
    <dgm:pt modelId="{3A2C5F0E-C19B-4AAB-8C1A-0C433B98945B}" type="pres">
      <dgm:prSet presAssocID="{474C87AF-E17E-436C-A2A2-37886D363BEA}" presName="parTx" presStyleLbl="revTx" presStyleIdx="3" presStyleCnt="5">
        <dgm:presLayoutVars>
          <dgm:chMax val="0"/>
          <dgm:chPref val="0"/>
        </dgm:presLayoutVars>
      </dgm:prSet>
      <dgm:spPr/>
    </dgm:pt>
    <dgm:pt modelId="{492AAC2C-D2D7-48A6-8DE9-C967381982BB}" type="pres">
      <dgm:prSet presAssocID="{3520CFE2-F669-4A3C-8FE9-C81E8A974A05}" presName="sibTrans" presStyleCnt="0"/>
      <dgm:spPr/>
    </dgm:pt>
    <dgm:pt modelId="{CC7AC5B6-03FB-4A28-B800-9879FAD9E9E0}" type="pres">
      <dgm:prSet presAssocID="{843505D5-236E-44BB-9825-DC2C2AAAEFF0}" presName="compNode" presStyleCnt="0"/>
      <dgm:spPr/>
    </dgm:pt>
    <dgm:pt modelId="{C08036EF-6C72-45F7-92DB-BBBF2E33F2DA}" type="pres">
      <dgm:prSet presAssocID="{843505D5-236E-44BB-9825-DC2C2AAAEFF0}" presName="bgRect" presStyleLbl="bgShp" presStyleIdx="3" presStyleCnt="4"/>
      <dgm:spPr/>
    </dgm:pt>
    <dgm:pt modelId="{CD474E92-19B2-4D52-9146-5A529B2BE2F3}" type="pres">
      <dgm:prSet presAssocID="{843505D5-236E-44BB-9825-DC2C2AAAEFF0}"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erver"/>
        </a:ext>
      </dgm:extLst>
    </dgm:pt>
    <dgm:pt modelId="{7FC7AAB1-EB12-4208-BDF2-7D1E251A9A83}" type="pres">
      <dgm:prSet presAssocID="{843505D5-236E-44BB-9825-DC2C2AAAEFF0}" presName="spaceRect" presStyleCnt="0"/>
      <dgm:spPr/>
    </dgm:pt>
    <dgm:pt modelId="{E0EF6BA5-573F-496F-A930-8F7EDB2F11E0}" type="pres">
      <dgm:prSet presAssocID="{843505D5-236E-44BB-9825-DC2C2AAAEFF0}" presName="parTx" presStyleLbl="revTx" presStyleIdx="4" presStyleCnt="5">
        <dgm:presLayoutVars>
          <dgm:chMax val="0"/>
          <dgm:chPref val="0"/>
        </dgm:presLayoutVars>
      </dgm:prSet>
      <dgm:spPr/>
    </dgm:pt>
  </dgm:ptLst>
  <dgm:cxnLst>
    <dgm:cxn modelId="{ABE0FB30-3204-49BC-BE8E-1AB1DB9F07B8}" srcId="{18DA06F0-3D85-497E-BCDE-D30105C8BDDD}" destId="{4253E9C9-641A-44BB-B557-DA024DE28407}" srcOrd="1" destOrd="0" parTransId="{DA305524-B3B6-4EC3-8357-B0F17A311D34}" sibTransId="{A4E6DEED-A22E-4622-AB4B-38C0C149197C}"/>
    <dgm:cxn modelId="{420E8634-9ED4-465B-A62B-4DCACDA83CFB}" srcId="{4253E9C9-641A-44BB-B557-DA024DE28407}" destId="{D5EDEEB9-458D-4FC5-BBBF-8F338660036E}" srcOrd="0" destOrd="0" parTransId="{3481F71D-422D-436B-A031-11A807E1090E}" sibTransId="{08330B66-FCBF-421C-A4A1-0EB3EBAB7C61}"/>
    <dgm:cxn modelId="{E8FB4737-9AA6-43EB-B0E4-877073DDCE01}" srcId="{18DA06F0-3D85-497E-BCDE-D30105C8BDDD}" destId="{843505D5-236E-44BB-9825-DC2C2AAAEFF0}" srcOrd="3" destOrd="0" parTransId="{EE3281B0-BE76-4020-831C-B2D58EFC6D85}" sibTransId="{D791FE12-125B-4529-B4C1-304A07A670C0}"/>
    <dgm:cxn modelId="{DB6E714C-53C4-4C57-8C0F-B4F98A7F6185}" type="presOf" srcId="{D5EDEEB9-458D-4FC5-BBBF-8F338660036E}" destId="{BC9EF850-6899-4CCB-BAF6-A72C42944530}" srcOrd="0" destOrd="0" presId="urn:microsoft.com/office/officeart/2018/2/layout/IconVerticalSolidList"/>
    <dgm:cxn modelId="{A6F5246D-A8E9-4BE8-B7F3-BC6E4F8EACB4}" type="presOf" srcId="{474C87AF-E17E-436C-A2A2-37886D363BEA}" destId="{3A2C5F0E-C19B-4AAB-8C1A-0C433B98945B}" srcOrd="0" destOrd="0" presId="urn:microsoft.com/office/officeart/2018/2/layout/IconVerticalSolidList"/>
    <dgm:cxn modelId="{06775656-F46B-46AF-B75F-2F461BF92DFB}" srcId="{18DA06F0-3D85-497E-BCDE-D30105C8BDDD}" destId="{474C87AF-E17E-436C-A2A2-37886D363BEA}" srcOrd="2" destOrd="0" parTransId="{03EC953E-B5B1-4A24-9A4B-0C68A0AFE5AF}" sibTransId="{3520CFE2-F669-4A3C-8FE9-C81E8A974A05}"/>
    <dgm:cxn modelId="{E6882257-6ECD-4E40-B255-1F9BB989FE52}" type="presOf" srcId="{A9505FB2-2993-4AE9-8E81-0A5C352B574E}" destId="{BC9EF850-6899-4CCB-BAF6-A72C42944530}" srcOrd="0" destOrd="2" presId="urn:microsoft.com/office/officeart/2018/2/layout/IconVerticalSolidList"/>
    <dgm:cxn modelId="{73BDF989-72A2-4348-9034-7E9CA894C28C}" type="presOf" srcId="{843505D5-236E-44BB-9825-DC2C2AAAEFF0}" destId="{E0EF6BA5-573F-496F-A930-8F7EDB2F11E0}" srcOrd="0" destOrd="0" presId="urn:microsoft.com/office/officeart/2018/2/layout/IconVerticalSolidList"/>
    <dgm:cxn modelId="{4D9B5D95-4A17-4D73-A02A-3C4DCBC76E93}" srcId="{4253E9C9-641A-44BB-B557-DA024DE28407}" destId="{A9505FB2-2993-4AE9-8E81-0A5C352B574E}" srcOrd="2" destOrd="0" parTransId="{82F5C420-2A38-462E-BA02-A6B6C4B7E650}" sibTransId="{28ED1F53-1F74-41F9-9FA2-270AD31D53B8}"/>
    <dgm:cxn modelId="{867645A8-F932-4C7B-B856-9448A82F3ADC}" srcId="{4253E9C9-641A-44BB-B557-DA024DE28407}" destId="{E3FC617E-5833-42F1-B61F-A9C90445B8E8}" srcOrd="1" destOrd="0" parTransId="{3F7FED6E-3AE2-45F2-A9B8-BE1D2A60176A}" sibTransId="{8604B7CF-9683-4F4E-B225-95373F041DDE}"/>
    <dgm:cxn modelId="{8771C5B8-9821-4755-849F-64A9A28A5D1E}" type="presOf" srcId="{E3FC617E-5833-42F1-B61F-A9C90445B8E8}" destId="{BC9EF850-6899-4CCB-BAF6-A72C42944530}" srcOrd="0" destOrd="1" presId="urn:microsoft.com/office/officeart/2018/2/layout/IconVerticalSolidList"/>
    <dgm:cxn modelId="{867BD4DB-B3F4-4217-BA55-8004330F89AD}" srcId="{18DA06F0-3D85-497E-BCDE-D30105C8BDDD}" destId="{4EB5F06B-3554-4C19-B6EA-9F6E6E796C96}" srcOrd="0" destOrd="0" parTransId="{689D1A00-00D4-4F5A-8152-50657343AB07}" sibTransId="{13ECF038-7D0E-48E4-8AF2-F9678A0F5B22}"/>
    <dgm:cxn modelId="{BD8FD5F2-33F4-4DF5-8759-0F3B3D114F04}" type="presOf" srcId="{18DA06F0-3D85-497E-BCDE-D30105C8BDDD}" destId="{8F1BB766-35B5-4E80-A1F6-1719768633C0}" srcOrd="0" destOrd="0" presId="urn:microsoft.com/office/officeart/2018/2/layout/IconVerticalSolidList"/>
    <dgm:cxn modelId="{AAEDDEF3-3E9F-4147-A2C7-271EF91CD2EC}" type="presOf" srcId="{4253E9C9-641A-44BB-B557-DA024DE28407}" destId="{F036AA08-15FE-4A01-B12A-8626B26AFA9E}" srcOrd="0" destOrd="0" presId="urn:microsoft.com/office/officeart/2018/2/layout/IconVerticalSolidList"/>
    <dgm:cxn modelId="{0AC26CFA-A33E-42D1-B088-ED256AFEDD91}" type="presOf" srcId="{4EB5F06B-3554-4C19-B6EA-9F6E6E796C96}" destId="{D83EBB18-2D36-4C7C-8089-2759A68CF4DC}" srcOrd="0" destOrd="0" presId="urn:microsoft.com/office/officeart/2018/2/layout/IconVerticalSolidList"/>
    <dgm:cxn modelId="{25BFF101-D91A-43FB-B042-1F285B6ED443}" type="presParOf" srcId="{8F1BB766-35B5-4E80-A1F6-1719768633C0}" destId="{7D7479EF-83D5-4A5E-AF3D-8624AF831C85}" srcOrd="0" destOrd="0" presId="urn:microsoft.com/office/officeart/2018/2/layout/IconVerticalSolidList"/>
    <dgm:cxn modelId="{A41D8E1A-F508-4FDF-B454-3219DC2B1F91}" type="presParOf" srcId="{7D7479EF-83D5-4A5E-AF3D-8624AF831C85}" destId="{D82FEA0D-1520-4FE6-95D2-8A9738290336}" srcOrd="0" destOrd="0" presId="urn:microsoft.com/office/officeart/2018/2/layout/IconVerticalSolidList"/>
    <dgm:cxn modelId="{93797496-0C57-43D1-8929-768D81D80963}" type="presParOf" srcId="{7D7479EF-83D5-4A5E-AF3D-8624AF831C85}" destId="{6C87E8B8-0D1E-4E61-8D5C-EA34756D31FA}" srcOrd="1" destOrd="0" presId="urn:microsoft.com/office/officeart/2018/2/layout/IconVerticalSolidList"/>
    <dgm:cxn modelId="{8C8C0E73-6B55-45E9-80E0-5C957B19EF15}" type="presParOf" srcId="{7D7479EF-83D5-4A5E-AF3D-8624AF831C85}" destId="{B708E37A-EE06-4939-992C-6752383F276A}" srcOrd="2" destOrd="0" presId="urn:microsoft.com/office/officeart/2018/2/layout/IconVerticalSolidList"/>
    <dgm:cxn modelId="{FFE1A6F4-3D18-47BE-99E7-3685F6E5A602}" type="presParOf" srcId="{7D7479EF-83D5-4A5E-AF3D-8624AF831C85}" destId="{D83EBB18-2D36-4C7C-8089-2759A68CF4DC}" srcOrd="3" destOrd="0" presId="urn:microsoft.com/office/officeart/2018/2/layout/IconVerticalSolidList"/>
    <dgm:cxn modelId="{4FDC0ED8-6DA2-4FB7-A708-3839F4C9B16A}" type="presParOf" srcId="{8F1BB766-35B5-4E80-A1F6-1719768633C0}" destId="{D7E1AB4D-9188-47C8-AF5E-45F49A697D37}" srcOrd="1" destOrd="0" presId="urn:microsoft.com/office/officeart/2018/2/layout/IconVerticalSolidList"/>
    <dgm:cxn modelId="{7ABD1DD6-A4F7-4A80-BCEB-2FBF86D90E3B}" type="presParOf" srcId="{8F1BB766-35B5-4E80-A1F6-1719768633C0}" destId="{23F63325-812F-495B-9A50-A1A441D2EA4B}" srcOrd="2" destOrd="0" presId="urn:microsoft.com/office/officeart/2018/2/layout/IconVerticalSolidList"/>
    <dgm:cxn modelId="{48315B8B-0CF9-4524-9141-15E20890A8B4}" type="presParOf" srcId="{23F63325-812F-495B-9A50-A1A441D2EA4B}" destId="{3480A128-DD26-4EE6-BFFE-7DC5447117A4}" srcOrd="0" destOrd="0" presId="urn:microsoft.com/office/officeart/2018/2/layout/IconVerticalSolidList"/>
    <dgm:cxn modelId="{47B07FB2-A275-436D-933C-0EFAD61E74C5}" type="presParOf" srcId="{23F63325-812F-495B-9A50-A1A441D2EA4B}" destId="{2B9E03C7-4333-4E37-89FD-FDDCD771FD6B}" srcOrd="1" destOrd="0" presId="urn:microsoft.com/office/officeart/2018/2/layout/IconVerticalSolidList"/>
    <dgm:cxn modelId="{5E2ED8AE-6DD2-41C8-A6BD-9E910FA6D273}" type="presParOf" srcId="{23F63325-812F-495B-9A50-A1A441D2EA4B}" destId="{01716615-6275-4C2E-962B-691C52E20D4A}" srcOrd="2" destOrd="0" presId="urn:microsoft.com/office/officeart/2018/2/layout/IconVerticalSolidList"/>
    <dgm:cxn modelId="{513E208F-1133-4444-B017-BCF2F24BE82B}" type="presParOf" srcId="{23F63325-812F-495B-9A50-A1A441D2EA4B}" destId="{F036AA08-15FE-4A01-B12A-8626B26AFA9E}" srcOrd="3" destOrd="0" presId="urn:microsoft.com/office/officeart/2018/2/layout/IconVerticalSolidList"/>
    <dgm:cxn modelId="{05A176B0-C3BD-4318-AE6A-6F76691E31AD}" type="presParOf" srcId="{23F63325-812F-495B-9A50-A1A441D2EA4B}" destId="{BC9EF850-6899-4CCB-BAF6-A72C42944530}" srcOrd="4" destOrd="0" presId="urn:microsoft.com/office/officeart/2018/2/layout/IconVerticalSolidList"/>
    <dgm:cxn modelId="{1FE0C3A4-1FE1-4E8A-AF4F-97A873058173}" type="presParOf" srcId="{8F1BB766-35B5-4E80-A1F6-1719768633C0}" destId="{647B0B18-2FED-4E89-A743-026991166D41}" srcOrd="3" destOrd="0" presId="urn:microsoft.com/office/officeart/2018/2/layout/IconVerticalSolidList"/>
    <dgm:cxn modelId="{F77169A2-5DD7-4E9F-8390-41E0A2A2464F}" type="presParOf" srcId="{8F1BB766-35B5-4E80-A1F6-1719768633C0}" destId="{916F39F4-820A-4AA2-B3B2-332E33455040}" srcOrd="4" destOrd="0" presId="urn:microsoft.com/office/officeart/2018/2/layout/IconVerticalSolidList"/>
    <dgm:cxn modelId="{48A3847B-F0EC-433B-B543-6BDF38D15D3C}" type="presParOf" srcId="{916F39F4-820A-4AA2-B3B2-332E33455040}" destId="{D41FFD35-77A3-4E59-8FFD-14A606BA56B1}" srcOrd="0" destOrd="0" presId="urn:microsoft.com/office/officeart/2018/2/layout/IconVerticalSolidList"/>
    <dgm:cxn modelId="{C245EA64-0659-4550-9BD6-2FC5F519F48C}" type="presParOf" srcId="{916F39F4-820A-4AA2-B3B2-332E33455040}" destId="{11395196-0FC6-4D22-855A-C1B4F06F0EFA}" srcOrd="1" destOrd="0" presId="urn:microsoft.com/office/officeart/2018/2/layout/IconVerticalSolidList"/>
    <dgm:cxn modelId="{30A1385C-47F6-46B7-B1A6-1F468D433267}" type="presParOf" srcId="{916F39F4-820A-4AA2-B3B2-332E33455040}" destId="{3BBC8C17-C644-4F69-BCB5-E9F87428A01F}" srcOrd="2" destOrd="0" presId="urn:microsoft.com/office/officeart/2018/2/layout/IconVerticalSolidList"/>
    <dgm:cxn modelId="{711A57B1-1224-4D66-AE30-1F8DC4C3EEA8}" type="presParOf" srcId="{916F39F4-820A-4AA2-B3B2-332E33455040}" destId="{3A2C5F0E-C19B-4AAB-8C1A-0C433B98945B}" srcOrd="3" destOrd="0" presId="urn:microsoft.com/office/officeart/2018/2/layout/IconVerticalSolidList"/>
    <dgm:cxn modelId="{5314E62E-E740-451C-AACD-97ED3DAFD560}" type="presParOf" srcId="{8F1BB766-35B5-4E80-A1F6-1719768633C0}" destId="{492AAC2C-D2D7-48A6-8DE9-C967381982BB}" srcOrd="5" destOrd="0" presId="urn:microsoft.com/office/officeart/2018/2/layout/IconVerticalSolidList"/>
    <dgm:cxn modelId="{D9C4E5FE-0C83-4603-9DAD-CAA7C4CB4E4F}" type="presParOf" srcId="{8F1BB766-35B5-4E80-A1F6-1719768633C0}" destId="{CC7AC5B6-03FB-4A28-B800-9879FAD9E9E0}" srcOrd="6" destOrd="0" presId="urn:microsoft.com/office/officeart/2018/2/layout/IconVerticalSolidList"/>
    <dgm:cxn modelId="{5ACBD72E-7B20-45AC-8A48-E2EA479A804D}" type="presParOf" srcId="{CC7AC5B6-03FB-4A28-B800-9879FAD9E9E0}" destId="{C08036EF-6C72-45F7-92DB-BBBF2E33F2DA}" srcOrd="0" destOrd="0" presId="urn:microsoft.com/office/officeart/2018/2/layout/IconVerticalSolidList"/>
    <dgm:cxn modelId="{C3167406-72F4-49F9-B2B4-8830B67FCA8C}" type="presParOf" srcId="{CC7AC5B6-03FB-4A28-B800-9879FAD9E9E0}" destId="{CD474E92-19B2-4D52-9146-5A529B2BE2F3}" srcOrd="1" destOrd="0" presId="urn:microsoft.com/office/officeart/2018/2/layout/IconVerticalSolidList"/>
    <dgm:cxn modelId="{90666EAB-A1AA-476D-BF09-479ED2DD4665}" type="presParOf" srcId="{CC7AC5B6-03FB-4A28-B800-9879FAD9E9E0}" destId="{7FC7AAB1-EB12-4208-BDF2-7D1E251A9A83}" srcOrd="2" destOrd="0" presId="urn:microsoft.com/office/officeart/2018/2/layout/IconVerticalSolidList"/>
    <dgm:cxn modelId="{C983AAF9-DA2B-4BD0-B3B8-0357E1DFC540}" type="presParOf" srcId="{CC7AC5B6-03FB-4A28-B800-9879FAD9E9E0}" destId="{E0EF6BA5-573F-496F-A930-8F7EDB2F11E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5E31945-1B0E-4722-8768-3FFA4DC4B657}" type="doc">
      <dgm:prSet loTypeId="urn:microsoft.com/office/officeart/2018/2/layout/IconVerticalSolidList" loCatId="icon" qsTypeId="urn:microsoft.com/office/officeart/2005/8/quickstyle/simple1" qsCatId="simple" csTypeId="urn:microsoft.com/office/officeart/2018/5/colors/Iconchunking_neutralbg_colorful2" csCatId="colorful" phldr="1"/>
      <dgm:spPr/>
      <dgm:t>
        <a:bodyPr/>
        <a:lstStyle/>
        <a:p>
          <a:endParaRPr lang="en-US"/>
        </a:p>
      </dgm:t>
    </dgm:pt>
    <dgm:pt modelId="{BF3F4BFF-9370-4131-B0EF-9C632E9B0AB9}">
      <dgm:prSet/>
      <dgm:spPr/>
      <dgm:t>
        <a:bodyPr/>
        <a:lstStyle/>
        <a:p>
          <a:r>
            <a:rPr lang="en-US"/>
            <a:t>Goal:</a:t>
          </a:r>
        </a:p>
      </dgm:t>
    </dgm:pt>
    <dgm:pt modelId="{A8A1F1DB-3777-48D1-9CAE-D4209E389CA1}" type="parTrans" cxnId="{E56053F1-2E98-4076-8E1D-4BD1EE1DE690}">
      <dgm:prSet/>
      <dgm:spPr/>
      <dgm:t>
        <a:bodyPr/>
        <a:lstStyle/>
        <a:p>
          <a:endParaRPr lang="en-US"/>
        </a:p>
      </dgm:t>
    </dgm:pt>
    <dgm:pt modelId="{E8751A86-C5DD-47DF-B5FC-08E0C3BBEBFB}" type="sibTrans" cxnId="{E56053F1-2E98-4076-8E1D-4BD1EE1DE690}">
      <dgm:prSet/>
      <dgm:spPr/>
      <dgm:t>
        <a:bodyPr/>
        <a:lstStyle/>
        <a:p>
          <a:endParaRPr lang="en-US"/>
        </a:p>
      </dgm:t>
    </dgm:pt>
    <dgm:pt modelId="{A3DDE146-D936-4763-B967-C6D661E3C71E}">
      <dgm:prSet custT="1"/>
      <dgm:spPr/>
      <dgm:t>
        <a:bodyPr/>
        <a:lstStyle/>
        <a:p>
          <a:r>
            <a:rPr lang="en-US" sz="1400" dirty="0"/>
            <a:t>Simulate the real-world physical system (e.g., water treatment, power distribution)</a:t>
          </a:r>
        </a:p>
      </dgm:t>
    </dgm:pt>
    <dgm:pt modelId="{86FC3201-2B20-433A-BF4A-13B5F741309F}" type="parTrans" cxnId="{6C212C62-8696-4F31-BB9C-404D672D4450}">
      <dgm:prSet/>
      <dgm:spPr/>
      <dgm:t>
        <a:bodyPr/>
        <a:lstStyle/>
        <a:p>
          <a:endParaRPr lang="en-US"/>
        </a:p>
      </dgm:t>
    </dgm:pt>
    <dgm:pt modelId="{691F956B-2636-4DC1-B075-6FDCF8D19025}" type="sibTrans" cxnId="{6C212C62-8696-4F31-BB9C-404D672D4450}">
      <dgm:prSet/>
      <dgm:spPr/>
      <dgm:t>
        <a:bodyPr/>
        <a:lstStyle/>
        <a:p>
          <a:endParaRPr lang="en-US"/>
        </a:p>
      </dgm:t>
    </dgm:pt>
    <dgm:pt modelId="{48EC43C7-C183-43D7-BCD4-4207D313CB9D}">
      <dgm:prSet/>
      <dgm:spPr/>
      <dgm:t>
        <a:bodyPr/>
        <a:lstStyle/>
        <a:p>
          <a:r>
            <a:rPr lang="en-US"/>
            <a:t>Key Components:</a:t>
          </a:r>
        </a:p>
      </dgm:t>
    </dgm:pt>
    <dgm:pt modelId="{F735B9DB-6095-452B-8AB3-3E96A6CE7A05}" type="parTrans" cxnId="{52B32DCC-2720-4FE6-8AF1-2F886429F5CD}">
      <dgm:prSet/>
      <dgm:spPr/>
      <dgm:t>
        <a:bodyPr/>
        <a:lstStyle/>
        <a:p>
          <a:endParaRPr lang="en-US"/>
        </a:p>
      </dgm:t>
    </dgm:pt>
    <dgm:pt modelId="{B77DBDCF-C792-4964-B096-A931FBCDC37D}" type="sibTrans" cxnId="{52B32DCC-2720-4FE6-8AF1-2F886429F5CD}">
      <dgm:prSet/>
      <dgm:spPr/>
      <dgm:t>
        <a:bodyPr/>
        <a:lstStyle/>
        <a:p>
          <a:endParaRPr lang="en-US"/>
        </a:p>
      </dgm:t>
    </dgm:pt>
    <dgm:pt modelId="{86D19E41-34B0-4A48-8C5E-0A3FB05C8ED6}">
      <dgm:prSet custT="1"/>
      <dgm:spPr/>
      <dgm:t>
        <a:bodyPr/>
        <a:lstStyle/>
        <a:p>
          <a:r>
            <a:rPr lang="en-US" sz="1400" dirty="0"/>
            <a:t>1. Process Simulation engine: Models dynamics (e.g., tank levels, flow rates)</a:t>
          </a:r>
        </a:p>
      </dgm:t>
    </dgm:pt>
    <dgm:pt modelId="{BC4AE504-2AED-4C5F-9A97-435A8C57D7BF}" type="parTrans" cxnId="{B9FB127E-FCD4-4F28-A908-5A18D2E6E964}">
      <dgm:prSet/>
      <dgm:spPr/>
      <dgm:t>
        <a:bodyPr/>
        <a:lstStyle/>
        <a:p>
          <a:endParaRPr lang="en-US"/>
        </a:p>
      </dgm:t>
    </dgm:pt>
    <dgm:pt modelId="{B932602C-F115-4D06-8478-736072E92647}" type="sibTrans" cxnId="{B9FB127E-FCD4-4F28-A908-5A18D2E6E964}">
      <dgm:prSet/>
      <dgm:spPr/>
      <dgm:t>
        <a:bodyPr/>
        <a:lstStyle/>
        <a:p>
          <a:endParaRPr lang="en-US"/>
        </a:p>
      </dgm:t>
    </dgm:pt>
    <dgm:pt modelId="{7316CBCA-8436-4670-A4DF-E9D38F4F0BBD}">
      <dgm:prSet custT="1"/>
      <dgm:spPr/>
      <dgm:t>
        <a:bodyPr/>
        <a:lstStyle/>
        <a:p>
          <a:r>
            <a:rPr lang="en-US" sz="1400" dirty="0"/>
            <a:t>2. Mathematical models: Physics-based (e.g., Bernoulli’s law, continuity </a:t>
          </a:r>
          <a:r>
            <a:rPr lang="en-US" sz="1400" dirty="0" err="1"/>
            <a:t>eqution</a:t>
          </a:r>
          <a:r>
            <a:rPr lang="en-US" sz="1400" dirty="0"/>
            <a:t>)</a:t>
          </a:r>
        </a:p>
      </dgm:t>
    </dgm:pt>
    <dgm:pt modelId="{65331F15-7E3B-4957-9515-E0EBD709D802}" type="parTrans" cxnId="{82B3E563-11D1-4DE0-8DBC-7943FA83C599}">
      <dgm:prSet/>
      <dgm:spPr/>
      <dgm:t>
        <a:bodyPr/>
        <a:lstStyle/>
        <a:p>
          <a:endParaRPr lang="en-US"/>
        </a:p>
      </dgm:t>
    </dgm:pt>
    <dgm:pt modelId="{AB1DAE18-15F0-458C-9F3B-7221B4AF9512}" type="sibTrans" cxnId="{82B3E563-11D1-4DE0-8DBC-7943FA83C599}">
      <dgm:prSet/>
      <dgm:spPr/>
      <dgm:t>
        <a:bodyPr/>
        <a:lstStyle/>
        <a:p>
          <a:endParaRPr lang="en-US"/>
        </a:p>
      </dgm:t>
    </dgm:pt>
    <dgm:pt modelId="{F15BD586-4E61-4D6F-9284-C4F18F9D22E5}">
      <dgm:prSet custT="1"/>
      <dgm:spPr/>
      <dgm:t>
        <a:bodyPr/>
        <a:lstStyle/>
        <a:p>
          <a:r>
            <a:rPr lang="en-US" sz="1400" dirty="0"/>
            <a:t>3. Real-time behavior: With tunable simulation time steps (&lt; 1 sec for realism) </a:t>
          </a:r>
        </a:p>
      </dgm:t>
    </dgm:pt>
    <dgm:pt modelId="{EA29CC70-B649-45DD-A597-76FFEB6A6EFA}" type="parTrans" cxnId="{6DDC37DC-4466-451F-ADA5-FF03A3100B51}">
      <dgm:prSet/>
      <dgm:spPr/>
      <dgm:t>
        <a:bodyPr/>
        <a:lstStyle/>
        <a:p>
          <a:endParaRPr lang="en-US"/>
        </a:p>
      </dgm:t>
    </dgm:pt>
    <dgm:pt modelId="{8D0EED68-3241-4FB8-9120-C9F830CBFD3C}" type="sibTrans" cxnId="{6DDC37DC-4466-451F-ADA5-FF03A3100B51}">
      <dgm:prSet/>
      <dgm:spPr/>
      <dgm:t>
        <a:bodyPr/>
        <a:lstStyle/>
        <a:p>
          <a:endParaRPr lang="en-US"/>
        </a:p>
      </dgm:t>
    </dgm:pt>
    <dgm:pt modelId="{24AD7D77-557A-4F29-9FC3-AD34055FEC27}" type="pres">
      <dgm:prSet presAssocID="{65E31945-1B0E-4722-8768-3FFA4DC4B657}" presName="root" presStyleCnt="0">
        <dgm:presLayoutVars>
          <dgm:dir/>
          <dgm:resizeHandles val="exact"/>
        </dgm:presLayoutVars>
      </dgm:prSet>
      <dgm:spPr/>
    </dgm:pt>
    <dgm:pt modelId="{F618F107-2F8D-46F5-BD0E-63D94037E93D}" type="pres">
      <dgm:prSet presAssocID="{BF3F4BFF-9370-4131-B0EF-9C632E9B0AB9}" presName="compNode" presStyleCnt="0"/>
      <dgm:spPr/>
    </dgm:pt>
    <dgm:pt modelId="{C78BC203-A1C0-41FE-A6B7-583FB53E3A5A}" type="pres">
      <dgm:prSet presAssocID="{BF3F4BFF-9370-4131-B0EF-9C632E9B0AB9}" presName="bgRect" presStyleLbl="bgShp" presStyleIdx="0" presStyleCnt="2"/>
      <dgm:spPr/>
    </dgm:pt>
    <dgm:pt modelId="{D631DE7B-310A-48F5-8A78-0DA87BE8932E}" type="pres">
      <dgm:prSet presAssocID="{BF3F4BFF-9370-4131-B0EF-9C632E9B0AB9}"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ullseye"/>
        </a:ext>
      </dgm:extLst>
    </dgm:pt>
    <dgm:pt modelId="{9C0B2250-CD5E-4B4E-AF65-523BE263938E}" type="pres">
      <dgm:prSet presAssocID="{BF3F4BFF-9370-4131-B0EF-9C632E9B0AB9}" presName="spaceRect" presStyleCnt="0"/>
      <dgm:spPr/>
    </dgm:pt>
    <dgm:pt modelId="{FB350F8B-4397-473B-8F6B-E255DB86796A}" type="pres">
      <dgm:prSet presAssocID="{BF3F4BFF-9370-4131-B0EF-9C632E9B0AB9}" presName="parTx" presStyleLbl="revTx" presStyleIdx="0" presStyleCnt="4">
        <dgm:presLayoutVars>
          <dgm:chMax val="0"/>
          <dgm:chPref val="0"/>
        </dgm:presLayoutVars>
      </dgm:prSet>
      <dgm:spPr/>
    </dgm:pt>
    <dgm:pt modelId="{DB5A47C7-1EDD-4A10-83CB-9BE889557526}" type="pres">
      <dgm:prSet presAssocID="{BF3F4BFF-9370-4131-B0EF-9C632E9B0AB9}" presName="desTx" presStyleLbl="revTx" presStyleIdx="1" presStyleCnt="4" custScaleX="169709" custLinFactNeighborX="-46446" custLinFactNeighborY="66">
        <dgm:presLayoutVars/>
      </dgm:prSet>
      <dgm:spPr/>
    </dgm:pt>
    <dgm:pt modelId="{B9296F45-CC58-409A-A875-51B7C8FC3987}" type="pres">
      <dgm:prSet presAssocID="{E8751A86-C5DD-47DF-B5FC-08E0C3BBEBFB}" presName="sibTrans" presStyleCnt="0"/>
      <dgm:spPr/>
    </dgm:pt>
    <dgm:pt modelId="{F2BFF66B-8C58-4C05-A85E-849720B0847D}" type="pres">
      <dgm:prSet presAssocID="{48EC43C7-C183-43D7-BCD4-4207D313CB9D}" presName="compNode" presStyleCnt="0"/>
      <dgm:spPr/>
    </dgm:pt>
    <dgm:pt modelId="{0A0710EF-DFEA-4342-8217-F83EAC773AED}" type="pres">
      <dgm:prSet presAssocID="{48EC43C7-C183-43D7-BCD4-4207D313CB9D}" presName="bgRect" presStyleLbl="bgShp" presStyleIdx="1" presStyleCnt="2" custScaleY="193332"/>
      <dgm:spPr/>
    </dgm:pt>
    <dgm:pt modelId="{540DB30E-A3C3-43E0-8C9A-2CCB1511F0DE}" type="pres">
      <dgm:prSet presAssocID="{48EC43C7-C183-43D7-BCD4-4207D313CB9D}"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nk Check"/>
        </a:ext>
      </dgm:extLst>
    </dgm:pt>
    <dgm:pt modelId="{AE463EE0-9263-4E14-AD03-4C6D322B89F6}" type="pres">
      <dgm:prSet presAssocID="{48EC43C7-C183-43D7-BCD4-4207D313CB9D}" presName="spaceRect" presStyleCnt="0"/>
      <dgm:spPr/>
    </dgm:pt>
    <dgm:pt modelId="{389C047B-766D-43EB-95BA-379F53054293}" type="pres">
      <dgm:prSet presAssocID="{48EC43C7-C183-43D7-BCD4-4207D313CB9D}" presName="parTx" presStyleLbl="revTx" presStyleIdx="2" presStyleCnt="4">
        <dgm:presLayoutVars>
          <dgm:chMax val="0"/>
          <dgm:chPref val="0"/>
        </dgm:presLayoutVars>
      </dgm:prSet>
      <dgm:spPr/>
    </dgm:pt>
    <dgm:pt modelId="{89F551BA-1F31-47FA-9D6F-EF126199A6F7}" type="pres">
      <dgm:prSet presAssocID="{48EC43C7-C183-43D7-BCD4-4207D313CB9D}" presName="desTx" presStyleLbl="revTx" presStyleIdx="3" presStyleCnt="4" custScaleX="141886" custLinFactNeighborX="-26376" custLinFactNeighborY="1703">
        <dgm:presLayoutVars/>
      </dgm:prSet>
      <dgm:spPr/>
    </dgm:pt>
  </dgm:ptLst>
  <dgm:cxnLst>
    <dgm:cxn modelId="{F50B4812-9DD6-4154-A6B1-AFC5FEBABCF2}" type="presOf" srcId="{7316CBCA-8436-4670-A4DF-E9D38F4F0BBD}" destId="{89F551BA-1F31-47FA-9D6F-EF126199A6F7}" srcOrd="0" destOrd="1" presId="urn:microsoft.com/office/officeart/2018/2/layout/IconVerticalSolidList"/>
    <dgm:cxn modelId="{6C212C62-8696-4F31-BB9C-404D672D4450}" srcId="{BF3F4BFF-9370-4131-B0EF-9C632E9B0AB9}" destId="{A3DDE146-D936-4763-B967-C6D661E3C71E}" srcOrd="0" destOrd="0" parTransId="{86FC3201-2B20-433A-BF4A-13B5F741309F}" sibTransId="{691F956B-2636-4DC1-B075-6FDCF8D19025}"/>
    <dgm:cxn modelId="{82B3E563-11D1-4DE0-8DBC-7943FA83C599}" srcId="{48EC43C7-C183-43D7-BCD4-4207D313CB9D}" destId="{7316CBCA-8436-4670-A4DF-E9D38F4F0BBD}" srcOrd="1" destOrd="0" parTransId="{65331F15-7E3B-4957-9515-E0EBD709D802}" sibTransId="{AB1DAE18-15F0-458C-9F3B-7221B4AF9512}"/>
    <dgm:cxn modelId="{579D8A45-CF20-4BA2-BCF9-B31F575FF56D}" type="presOf" srcId="{65E31945-1B0E-4722-8768-3FFA4DC4B657}" destId="{24AD7D77-557A-4F29-9FC3-AD34055FEC27}" srcOrd="0" destOrd="0" presId="urn:microsoft.com/office/officeart/2018/2/layout/IconVerticalSolidList"/>
    <dgm:cxn modelId="{B9FB127E-FCD4-4F28-A908-5A18D2E6E964}" srcId="{48EC43C7-C183-43D7-BCD4-4207D313CB9D}" destId="{86D19E41-34B0-4A48-8C5E-0A3FB05C8ED6}" srcOrd="0" destOrd="0" parTransId="{BC4AE504-2AED-4C5F-9A97-435A8C57D7BF}" sibTransId="{B932602C-F115-4D06-8478-736072E92647}"/>
    <dgm:cxn modelId="{442EC88B-4C18-448D-B418-A0603B5D7DA5}" type="presOf" srcId="{F15BD586-4E61-4D6F-9284-C4F18F9D22E5}" destId="{89F551BA-1F31-47FA-9D6F-EF126199A6F7}" srcOrd="0" destOrd="2" presId="urn:microsoft.com/office/officeart/2018/2/layout/IconVerticalSolidList"/>
    <dgm:cxn modelId="{47A3FD90-6A0C-45C0-8653-71C9E627B6CF}" type="presOf" srcId="{BF3F4BFF-9370-4131-B0EF-9C632E9B0AB9}" destId="{FB350F8B-4397-473B-8F6B-E255DB86796A}" srcOrd="0" destOrd="0" presId="urn:microsoft.com/office/officeart/2018/2/layout/IconVerticalSolidList"/>
    <dgm:cxn modelId="{B61B83A4-E942-4CDB-A1D6-391269C645E5}" type="presOf" srcId="{A3DDE146-D936-4763-B967-C6D661E3C71E}" destId="{DB5A47C7-1EDD-4A10-83CB-9BE889557526}" srcOrd="0" destOrd="0" presId="urn:microsoft.com/office/officeart/2018/2/layout/IconVerticalSolidList"/>
    <dgm:cxn modelId="{7861BBC1-7AB1-4AC9-B0D9-499D845AF5AC}" type="presOf" srcId="{86D19E41-34B0-4A48-8C5E-0A3FB05C8ED6}" destId="{89F551BA-1F31-47FA-9D6F-EF126199A6F7}" srcOrd="0" destOrd="0" presId="urn:microsoft.com/office/officeart/2018/2/layout/IconVerticalSolidList"/>
    <dgm:cxn modelId="{52B32DCC-2720-4FE6-8AF1-2F886429F5CD}" srcId="{65E31945-1B0E-4722-8768-3FFA4DC4B657}" destId="{48EC43C7-C183-43D7-BCD4-4207D313CB9D}" srcOrd="1" destOrd="0" parTransId="{F735B9DB-6095-452B-8AB3-3E96A6CE7A05}" sibTransId="{B77DBDCF-C792-4964-B096-A931FBCDC37D}"/>
    <dgm:cxn modelId="{C1BA70DA-2A3D-43A1-97F1-C7BDD2D3F2E5}" type="presOf" srcId="{48EC43C7-C183-43D7-BCD4-4207D313CB9D}" destId="{389C047B-766D-43EB-95BA-379F53054293}" srcOrd="0" destOrd="0" presId="urn:microsoft.com/office/officeart/2018/2/layout/IconVerticalSolidList"/>
    <dgm:cxn modelId="{6DDC37DC-4466-451F-ADA5-FF03A3100B51}" srcId="{48EC43C7-C183-43D7-BCD4-4207D313CB9D}" destId="{F15BD586-4E61-4D6F-9284-C4F18F9D22E5}" srcOrd="2" destOrd="0" parTransId="{EA29CC70-B649-45DD-A597-76FFEB6A6EFA}" sibTransId="{8D0EED68-3241-4FB8-9120-C9F830CBFD3C}"/>
    <dgm:cxn modelId="{E56053F1-2E98-4076-8E1D-4BD1EE1DE690}" srcId="{65E31945-1B0E-4722-8768-3FFA4DC4B657}" destId="{BF3F4BFF-9370-4131-B0EF-9C632E9B0AB9}" srcOrd="0" destOrd="0" parTransId="{A8A1F1DB-3777-48D1-9CAE-D4209E389CA1}" sibTransId="{E8751A86-C5DD-47DF-B5FC-08E0C3BBEBFB}"/>
    <dgm:cxn modelId="{235CDA4B-7419-47B9-9DD7-FDE51A749C56}" type="presParOf" srcId="{24AD7D77-557A-4F29-9FC3-AD34055FEC27}" destId="{F618F107-2F8D-46F5-BD0E-63D94037E93D}" srcOrd="0" destOrd="0" presId="urn:microsoft.com/office/officeart/2018/2/layout/IconVerticalSolidList"/>
    <dgm:cxn modelId="{E56CFC47-5A18-40E0-AF95-51EBBF40EDE8}" type="presParOf" srcId="{F618F107-2F8D-46F5-BD0E-63D94037E93D}" destId="{C78BC203-A1C0-41FE-A6B7-583FB53E3A5A}" srcOrd="0" destOrd="0" presId="urn:microsoft.com/office/officeart/2018/2/layout/IconVerticalSolidList"/>
    <dgm:cxn modelId="{15F69146-950A-4C54-89C7-ADC2AFB5D525}" type="presParOf" srcId="{F618F107-2F8D-46F5-BD0E-63D94037E93D}" destId="{D631DE7B-310A-48F5-8A78-0DA87BE8932E}" srcOrd="1" destOrd="0" presId="urn:microsoft.com/office/officeart/2018/2/layout/IconVerticalSolidList"/>
    <dgm:cxn modelId="{B7C73429-C64B-476C-84E2-FF79932FAD57}" type="presParOf" srcId="{F618F107-2F8D-46F5-BD0E-63D94037E93D}" destId="{9C0B2250-CD5E-4B4E-AF65-523BE263938E}" srcOrd="2" destOrd="0" presId="urn:microsoft.com/office/officeart/2018/2/layout/IconVerticalSolidList"/>
    <dgm:cxn modelId="{1F3979C4-5BD4-4EC3-85D6-3D436ABD4979}" type="presParOf" srcId="{F618F107-2F8D-46F5-BD0E-63D94037E93D}" destId="{FB350F8B-4397-473B-8F6B-E255DB86796A}" srcOrd="3" destOrd="0" presId="urn:microsoft.com/office/officeart/2018/2/layout/IconVerticalSolidList"/>
    <dgm:cxn modelId="{1304B218-7381-42BF-9F12-3F5AD617CB9D}" type="presParOf" srcId="{F618F107-2F8D-46F5-BD0E-63D94037E93D}" destId="{DB5A47C7-1EDD-4A10-83CB-9BE889557526}" srcOrd="4" destOrd="0" presId="urn:microsoft.com/office/officeart/2018/2/layout/IconVerticalSolidList"/>
    <dgm:cxn modelId="{3A35A1F5-2CCD-44E8-B80C-83468081DEFA}" type="presParOf" srcId="{24AD7D77-557A-4F29-9FC3-AD34055FEC27}" destId="{B9296F45-CC58-409A-A875-51B7C8FC3987}" srcOrd="1" destOrd="0" presId="urn:microsoft.com/office/officeart/2018/2/layout/IconVerticalSolidList"/>
    <dgm:cxn modelId="{895FCECC-D101-4B14-A5CD-41AB80C78F94}" type="presParOf" srcId="{24AD7D77-557A-4F29-9FC3-AD34055FEC27}" destId="{F2BFF66B-8C58-4C05-A85E-849720B0847D}" srcOrd="2" destOrd="0" presId="urn:microsoft.com/office/officeart/2018/2/layout/IconVerticalSolidList"/>
    <dgm:cxn modelId="{0890DCCF-1119-4F9A-9193-69F480296A5C}" type="presParOf" srcId="{F2BFF66B-8C58-4C05-A85E-849720B0847D}" destId="{0A0710EF-DFEA-4342-8217-F83EAC773AED}" srcOrd="0" destOrd="0" presId="urn:microsoft.com/office/officeart/2018/2/layout/IconVerticalSolidList"/>
    <dgm:cxn modelId="{32575D9E-AE31-4521-B624-EC4D8A36F581}" type="presParOf" srcId="{F2BFF66B-8C58-4C05-A85E-849720B0847D}" destId="{540DB30E-A3C3-43E0-8C9A-2CCB1511F0DE}" srcOrd="1" destOrd="0" presId="urn:microsoft.com/office/officeart/2018/2/layout/IconVerticalSolidList"/>
    <dgm:cxn modelId="{478B7F70-06FD-48CB-AFC1-D4AD15C01ECC}" type="presParOf" srcId="{F2BFF66B-8C58-4C05-A85E-849720B0847D}" destId="{AE463EE0-9263-4E14-AD03-4C6D322B89F6}" srcOrd="2" destOrd="0" presId="urn:microsoft.com/office/officeart/2018/2/layout/IconVerticalSolidList"/>
    <dgm:cxn modelId="{18282334-C4B0-416F-BB70-DAB56F05E431}" type="presParOf" srcId="{F2BFF66B-8C58-4C05-A85E-849720B0847D}" destId="{389C047B-766D-43EB-95BA-379F53054293}" srcOrd="3" destOrd="0" presId="urn:microsoft.com/office/officeart/2018/2/layout/IconVerticalSolidList"/>
    <dgm:cxn modelId="{BD7D2103-4C8A-4E7D-BF6E-6101A94DC9FD}" type="presParOf" srcId="{F2BFF66B-8C58-4C05-A85E-849720B0847D}" destId="{89F551BA-1F31-47FA-9D6F-EF126199A6F7}"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5E31945-1B0E-4722-8768-3FFA4DC4B657}" type="doc">
      <dgm:prSet loTypeId="urn:microsoft.com/office/officeart/2018/2/layout/IconVerticalSolidList" loCatId="icon" qsTypeId="urn:microsoft.com/office/officeart/2005/8/quickstyle/simple1" qsCatId="simple" csTypeId="urn:microsoft.com/office/officeart/2018/5/colors/Iconchunking_neutralbg_colorful2" csCatId="colorful" phldr="1"/>
      <dgm:spPr/>
      <dgm:t>
        <a:bodyPr/>
        <a:lstStyle/>
        <a:p>
          <a:endParaRPr lang="en-US"/>
        </a:p>
      </dgm:t>
    </dgm:pt>
    <dgm:pt modelId="{BF3F4BFF-9370-4131-B0EF-9C632E9B0AB9}">
      <dgm:prSet/>
      <dgm:spPr/>
      <dgm:t>
        <a:bodyPr/>
        <a:lstStyle/>
        <a:p>
          <a:r>
            <a:rPr lang="en-US"/>
            <a:t>Goal:</a:t>
          </a:r>
        </a:p>
      </dgm:t>
    </dgm:pt>
    <dgm:pt modelId="{A8A1F1DB-3777-48D1-9CAE-D4209E389CA1}" type="parTrans" cxnId="{E56053F1-2E98-4076-8E1D-4BD1EE1DE690}">
      <dgm:prSet/>
      <dgm:spPr/>
      <dgm:t>
        <a:bodyPr/>
        <a:lstStyle/>
        <a:p>
          <a:endParaRPr lang="en-US"/>
        </a:p>
      </dgm:t>
    </dgm:pt>
    <dgm:pt modelId="{E8751A86-C5DD-47DF-B5FC-08E0C3BBEBFB}" type="sibTrans" cxnId="{E56053F1-2E98-4076-8E1D-4BD1EE1DE690}">
      <dgm:prSet/>
      <dgm:spPr/>
      <dgm:t>
        <a:bodyPr/>
        <a:lstStyle/>
        <a:p>
          <a:endParaRPr lang="en-US"/>
        </a:p>
      </dgm:t>
    </dgm:pt>
    <dgm:pt modelId="{A3DDE146-D936-4763-B967-C6D661E3C71E}">
      <dgm:prSet custT="1"/>
      <dgm:spPr/>
      <dgm:t>
        <a:bodyPr/>
        <a:lstStyle/>
        <a:p>
          <a:r>
            <a:rPr lang="en-US" sz="1400" dirty="0"/>
            <a:t>Emulate control devices and their logic realistically</a:t>
          </a:r>
        </a:p>
      </dgm:t>
    </dgm:pt>
    <dgm:pt modelId="{86FC3201-2B20-433A-BF4A-13B5F741309F}" type="parTrans" cxnId="{6C212C62-8696-4F31-BB9C-404D672D4450}">
      <dgm:prSet/>
      <dgm:spPr/>
      <dgm:t>
        <a:bodyPr/>
        <a:lstStyle/>
        <a:p>
          <a:endParaRPr lang="en-US"/>
        </a:p>
      </dgm:t>
    </dgm:pt>
    <dgm:pt modelId="{691F956B-2636-4DC1-B075-6FDCF8D19025}" type="sibTrans" cxnId="{6C212C62-8696-4F31-BB9C-404D672D4450}">
      <dgm:prSet/>
      <dgm:spPr/>
      <dgm:t>
        <a:bodyPr/>
        <a:lstStyle/>
        <a:p>
          <a:endParaRPr lang="en-US"/>
        </a:p>
      </dgm:t>
    </dgm:pt>
    <dgm:pt modelId="{48EC43C7-C183-43D7-BCD4-4207D313CB9D}">
      <dgm:prSet/>
      <dgm:spPr/>
      <dgm:t>
        <a:bodyPr/>
        <a:lstStyle/>
        <a:p>
          <a:r>
            <a:rPr lang="en-US"/>
            <a:t>Key Components:</a:t>
          </a:r>
        </a:p>
      </dgm:t>
    </dgm:pt>
    <dgm:pt modelId="{F735B9DB-6095-452B-8AB3-3E96A6CE7A05}" type="parTrans" cxnId="{52B32DCC-2720-4FE6-8AF1-2F886429F5CD}">
      <dgm:prSet/>
      <dgm:spPr/>
      <dgm:t>
        <a:bodyPr/>
        <a:lstStyle/>
        <a:p>
          <a:endParaRPr lang="en-US"/>
        </a:p>
      </dgm:t>
    </dgm:pt>
    <dgm:pt modelId="{B77DBDCF-C792-4964-B096-A931FBCDC37D}" type="sibTrans" cxnId="{52B32DCC-2720-4FE6-8AF1-2F886429F5CD}">
      <dgm:prSet/>
      <dgm:spPr/>
      <dgm:t>
        <a:bodyPr/>
        <a:lstStyle/>
        <a:p>
          <a:endParaRPr lang="en-US"/>
        </a:p>
      </dgm:t>
    </dgm:pt>
    <dgm:pt modelId="{86D19E41-34B0-4A48-8C5E-0A3FB05C8ED6}">
      <dgm:prSet custT="1"/>
      <dgm:spPr/>
      <dgm:t>
        <a:bodyPr/>
        <a:lstStyle/>
        <a:p>
          <a:r>
            <a:rPr lang="en-US" sz="1400" dirty="0"/>
            <a:t>1. Simulated PLCs: Execute logic to read sensors &amp; control actuators</a:t>
          </a:r>
        </a:p>
      </dgm:t>
    </dgm:pt>
    <dgm:pt modelId="{BC4AE504-2AED-4C5F-9A97-435A8C57D7BF}" type="parTrans" cxnId="{B9FB127E-FCD4-4F28-A908-5A18D2E6E964}">
      <dgm:prSet/>
      <dgm:spPr/>
      <dgm:t>
        <a:bodyPr/>
        <a:lstStyle/>
        <a:p>
          <a:endParaRPr lang="en-US"/>
        </a:p>
      </dgm:t>
    </dgm:pt>
    <dgm:pt modelId="{B932602C-F115-4D06-8478-736072E92647}" type="sibTrans" cxnId="{B9FB127E-FCD4-4F28-A908-5A18D2E6E964}">
      <dgm:prSet/>
      <dgm:spPr/>
      <dgm:t>
        <a:bodyPr/>
        <a:lstStyle/>
        <a:p>
          <a:endParaRPr lang="en-US"/>
        </a:p>
      </dgm:t>
    </dgm:pt>
    <dgm:pt modelId="{7316CBCA-8436-4670-A4DF-E9D38F4F0BBD}">
      <dgm:prSet custT="1"/>
      <dgm:spPr/>
      <dgm:t>
        <a:bodyPr/>
        <a:lstStyle/>
        <a:p>
          <a:r>
            <a:rPr lang="en-US" sz="1400" dirty="0"/>
            <a:t>2. Simulated HMIs: Allow operator interactions (e.g., via HTTP)</a:t>
          </a:r>
        </a:p>
      </dgm:t>
    </dgm:pt>
    <dgm:pt modelId="{65331F15-7E3B-4957-9515-E0EBD709D802}" type="parTrans" cxnId="{82B3E563-11D1-4DE0-8DBC-7943FA83C599}">
      <dgm:prSet/>
      <dgm:spPr/>
      <dgm:t>
        <a:bodyPr/>
        <a:lstStyle/>
        <a:p>
          <a:endParaRPr lang="en-US"/>
        </a:p>
      </dgm:t>
    </dgm:pt>
    <dgm:pt modelId="{AB1DAE18-15F0-458C-9F3B-7221B4AF9512}" type="sibTrans" cxnId="{82B3E563-11D1-4DE0-8DBC-7943FA83C599}">
      <dgm:prSet/>
      <dgm:spPr/>
      <dgm:t>
        <a:bodyPr/>
        <a:lstStyle/>
        <a:p>
          <a:endParaRPr lang="en-US"/>
        </a:p>
      </dgm:t>
    </dgm:pt>
    <dgm:pt modelId="{F15BD586-4E61-4D6F-9284-C4F18F9D22E5}">
      <dgm:prSet custT="1"/>
      <dgm:spPr/>
      <dgm:t>
        <a:bodyPr/>
        <a:lstStyle/>
        <a:p>
          <a:r>
            <a:rPr lang="en-US" sz="1400" dirty="0"/>
            <a:t>3. Tag-based variable system: Like LIT101, MV101 for sensor/actuator data</a:t>
          </a:r>
        </a:p>
        <a:p>
          <a:r>
            <a:rPr lang="en-US" sz="1400" dirty="0"/>
            <a:t>4. Control interlocks: Dependencies between PLCs or states</a:t>
          </a:r>
        </a:p>
      </dgm:t>
    </dgm:pt>
    <dgm:pt modelId="{EA29CC70-B649-45DD-A597-76FFEB6A6EFA}" type="parTrans" cxnId="{6DDC37DC-4466-451F-ADA5-FF03A3100B51}">
      <dgm:prSet/>
      <dgm:spPr/>
      <dgm:t>
        <a:bodyPr/>
        <a:lstStyle/>
        <a:p>
          <a:endParaRPr lang="en-US"/>
        </a:p>
      </dgm:t>
    </dgm:pt>
    <dgm:pt modelId="{8D0EED68-3241-4FB8-9120-C9F830CBFD3C}" type="sibTrans" cxnId="{6DDC37DC-4466-451F-ADA5-FF03A3100B51}">
      <dgm:prSet/>
      <dgm:spPr/>
      <dgm:t>
        <a:bodyPr/>
        <a:lstStyle/>
        <a:p>
          <a:endParaRPr lang="en-US"/>
        </a:p>
      </dgm:t>
    </dgm:pt>
    <dgm:pt modelId="{24AD7D77-557A-4F29-9FC3-AD34055FEC27}" type="pres">
      <dgm:prSet presAssocID="{65E31945-1B0E-4722-8768-3FFA4DC4B657}" presName="root" presStyleCnt="0">
        <dgm:presLayoutVars>
          <dgm:dir/>
          <dgm:resizeHandles val="exact"/>
        </dgm:presLayoutVars>
      </dgm:prSet>
      <dgm:spPr/>
    </dgm:pt>
    <dgm:pt modelId="{F618F107-2F8D-46F5-BD0E-63D94037E93D}" type="pres">
      <dgm:prSet presAssocID="{BF3F4BFF-9370-4131-B0EF-9C632E9B0AB9}" presName="compNode" presStyleCnt="0"/>
      <dgm:spPr/>
    </dgm:pt>
    <dgm:pt modelId="{C78BC203-A1C0-41FE-A6B7-583FB53E3A5A}" type="pres">
      <dgm:prSet presAssocID="{BF3F4BFF-9370-4131-B0EF-9C632E9B0AB9}" presName="bgRect" presStyleLbl="bgShp" presStyleIdx="0" presStyleCnt="2"/>
      <dgm:spPr/>
    </dgm:pt>
    <dgm:pt modelId="{D631DE7B-310A-48F5-8A78-0DA87BE8932E}" type="pres">
      <dgm:prSet presAssocID="{BF3F4BFF-9370-4131-B0EF-9C632E9B0AB9}"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ullseye"/>
        </a:ext>
      </dgm:extLst>
    </dgm:pt>
    <dgm:pt modelId="{9C0B2250-CD5E-4B4E-AF65-523BE263938E}" type="pres">
      <dgm:prSet presAssocID="{BF3F4BFF-9370-4131-B0EF-9C632E9B0AB9}" presName="spaceRect" presStyleCnt="0"/>
      <dgm:spPr/>
    </dgm:pt>
    <dgm:pt modelId="{FB350F8B-4397-473B-8F6B-E255DB86796A}" type="pres">
      <dgm:prSet presAssocID="{BF3F4BFF-9370-4131-B0EF-9C632E9B0AB9}" presName="parTx" presStyleLbl="revTx" presStyleIdx="0" presStyleCnt="4">
        <dgm:presLayoutVars>
          <dgm:chMax val="0"/>
          <dgm:chPref val="0"/>
        </dgm:presLayoutVars>
      </dgm:prSet>
      <dgm:spPr/>
    </dgm:pt>
    <dgm:pt modelId="{DB5A47C7-1EDD-4A10-83CB-9BE889557526}" type="pres">
      <dgm:prSet presAssocID="{BF3F4BFF-9370-4131-B0EF-9C632E9B0AB9}" presName="desTx" presStyleLbl="revTx" presStyleIdx="1" presStyleCnt="4" custScaleX="169709" custLinFactNeighborX="-46446" custLinFactNeighborY="66">
        <dgm:presLayoutVars/>
      </dgm:prSet>
      <dgm:spPr/>
    </dgm:pt>
    <dgm:pt modelId="{B9296F45-CC58-409A-A875-51B7C8FC3987}" type="pres">
      <dgm:prSet presAssocID="{E8751A86-C5DD-47DF-B5FC-08E0C3BBEBFB}" presName="sibTrans" presStyleCnt="0"/>
      <dgm:spPr/>
    </dgm:pt>
    <dgm:pt modelId="{F2BFF66B-8C58-4C05-A85E-849720B0847D}" type="pres">
      <dgm:prSet presAssocID="{48EC43C7-C183-43D7-BCD4-4207D313CB9D}" presName="compNode" presStyleCnt="0"/>
      <dgm:spPr/>
    </dgm:pt>
    <dgm:pt modelId="{0A0710EF-DFEA-4342-8217-F83EAC773AED}" type="pres">
      <dgm:prSet presAssocID="{48EC43C7-C183-43D7-BCD4-4207D313CB9D}" presName="bgRect" presStyleLbl="bgShp" presStyleIdx="1" presStyleCnt="2" custScaleY="193332"/>
      <dgm:spPr/>
    </dgm:pt>
    <dgm:pt modelId="{540DB30E-A3C3-43E0-8C9A-2CCB1511F0DE}" type="pres">
      <dgm:prSet presAssocID="{48EC43C7-C183-43D7-BCD4-4207D313CB9D}"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nk Check"/>
        </a:ext>
      </dgm:extLst>
    </dgm:pt>
    <dgm:pt modelId="{AE463EE0-9263-4E14-AD03-4C6D322B89F6}" type="pres">
      <dgm:prSet presAssocID="{48EC43C7-C183-43D7-BCD4-4207D313CB9D}" presName="spaceRect" presStyleCnt="0"/>
      <dgm:spPr/>
    </dgm:pt>
    <dgm:pt modelId="{389C047B-766D-43EB-95BA-379F53054293}" type="pres">
      <dgm:prSet presAssocID="{48EC43C7-C183-43D7-BCD4-4207D313CB9D}" presName="parTx" presStyleLbl="revTx" presStyleIdx="2" presStyleCnt="4">
        <dgm:presLayoutVars>
          <dgm:chMax val="0"/>
          <dgm:chPref val="0"/>
        </dgm:presLayoutVars>
      </dgm:prSet>
      <dgm:spPr/>
    </dgm:pt>
    <dgm:pt modelId="{89F551BA-1F31-47FA-9D6F-EF126199A6F7}" type="pres">
      <dgm:prSet presAssocID="{48EC43C7-C183-43D7-BCD4-4207D313CB9D}" presName="desTx" presStyleLbl="revTx" presStyleIdx="3" presStyleCnt="4" custScaleX="141886" custLinFactNeighborX="-26376" custLinFactNeighborY="1703">
        <dgm:presLayoutVars/>
      </dgm:prSet>
      <dgm:spPr/>
    </dgm:pt>
  </dgm:ptLst>
  <dgm:cxnLst>
    <dgm:cxn modelId="{F50B4812-9DD6-4154-A6B1-AFC5FEBABCF2}" type="presOf" srcId="{7316CBCA-8436-4670-A4DF-E9D38F4F0BBD}" destId="{89F551BA-1F31-47FA-9D6F-EF126199A6F7}" srcOrd="0" destOrd="1" presId="urn:microsoft.com/office/officeart/2018/2/layout/IconVerticalSolidList"/>
    <dgm:cxn modelId="{6C212C62-8696-4F31-BB9C-404D672D4450}" srcId="{BF3F4BFF-9370-4131-B0EF-9C632E9B0AB9}" destId="{A3DDE146-D936-4763-B967-C6D661E3C71E}" srcOrd="0" destOrd="0" parTransId="{86FC3201-2B20-433A-BF4A-13B5F741309F}" sibTransId="{691F956B-2636-4DC1-B075-6FDCF8D19025}"/>
    <dgm:cxn modelId="{82B3E563-11D1-4DE0-8DBC-7943FA83C599}" srcId="{48EC43C7-C183-43D7-BCD4-4207D313CB9D}" destId="{7316CBCA-8436-4670-A4DF-E9D38F4F0BBD}" srcOrd="1" destOrd="0" parTransId="{65331F15-7E3B-4957-9515-E0EBD709D802}" sibTransId="{AB1DAE18-15F0-458C-9F3B-7221B4AF9512}"/>
    <dgm:cxn modelId="{579D8A45-CF20-4BA2-BCF9-B31F575FF56D}" type="presOf" srcId="{65E31945-1B0E-4722-8768-3FFA4DC4B657}" destId="{24AD7D77-557A-4F29-9FC3-AD34055FEC27}" srcOrd="0" destOrd="0" presId="urn:microsoft.com/office/officeart/2018/2/layout/IconVerticalSolidList"/>
    <dgm:cxn modelId="{B9FB127E-FCD4-4F28-A908-5A18D2E6E964}" srcId="{48EC43C7-C183-43D7-BCD4-4207D313CB9D}" destId="{86D19E41-34B0-4A48-8C5E-0A3FB05C8ED6}" srcOrd="0" destOrd="0" parTransId="{BC4AE504-2AED-4C5F-9A97-435A8C57D7BF}" sibTransId="{B932602C-F115-4D06-8478-736072E92647}"/>
    <dgm:cxn modelId="{442EC88B-4C18-448D-B418-A0603B5D7DA5}" type="presOf" srcId="{F15BD586-4E61-4D6F-9284-C4F18F9D22E5}" destId="{89F551BA-1F31-47FA-9D6F-EF126199A6F7}" srcOrd="0" destOrd="2" presId="urn:microsoft.com/office/officeart/2018/2/layout/IconVerticalSolidList"/>
    <dgm:cxn modelId="{47A3FD90-6A0C-45C0-8653-71C9E627B6CF}" type="presOf" srcId="{BF3F4BFF-9370-4131-B0EF-9C632E9B0AB9}" destId="{FB350F8B-4397-473B-8F6B-E255DB86796A}" srcOrd="0" destOrd="0" presId="urn:microsoft.com/office/officeart/2018/2/layout/IconVerticalSolidList"/>
    <dgm:cxn modelId="{B61B83A4-E942-4CDB-A1D6-391269C645E5}" type="presOf" srcId="{A3DDE146-D936-4763-B967-C6D661E3C71E}" destId="{DB5A47C7-1EDD-4A10-83CB-9BE889557526}" srcOrd="0" destOrd="0" presId="urn:microsoft.com/office/officeart/2018/2/layout/IconVerticalSolidList"/>
    <dgm:cxn modelId="{7861BBC1-7AB1-4AC9-B0D9-499D845AF5AC}" type="presOf" srcId="{86D19E41-34B0-4A48-8C5E-0A3FB05C8ED6}" destId="{89F551BA-1F31-47FA-9D6F-EF126199A6F7}" srcOrd="0" destOrd="0" presId="urn:microsoft.com/office/officeart/2018/2/layout/IconVerticalSolidList"/>
    <dgm:cxn modelId="{52B32DCC-2720-4FE6-8AF1-2F886429F5CD}" srcId="{65E31945-1B0E-4722-8768-3FFA4DC4B657}" destId="{48EC43C7-C183-43D7-BCD4-4207D313CB9D}" srcOrd="1" destOrd="0" parTransId="{F735B9DB-6095-452B-8AB3-3E96A6CE7A05}" sibTransId="{B77DBDCF-C792-4964-B096-A931FBCDC37D}"/>
    <dgm:cxn modelId="{C1BA70DA-2A3D-43A1-97F1-C7BDD2D3F2E5}" type="presOf" srcId="{48EC43C7-C183-43D7-BCD4-4207D313CB9D}" destId="{389C047B-766D-43EB-95BA-379F53054293}" srcOrd="0" destOrd="0" presId="urn:microsoft.com/office/officeart/2018/2/layout/IconVerticalSolidList"/>
    <dgm:cxn modelId="{6DDC37DC-4466-451F-ADA5-FF03A3100B51}" srcId="{48EC43C7-C183-43D7-BCD4-4207D313CB9D}" destId="{F15BD586-4E61-4D6F-9284-C4F18F9D22E5}" srcOrd="2" destOrd="0" parTransId="{EA29CC70-B649-45DD-A597-76FFEB6A6EFA}" sibTransId="{8D0EED68-3241-4FB8-9120-C9F830CBFD3C}"/>
    <dgm:cxn modelId="{E56053F1-2E98-4076-8E1D-4BD1EE1DE690}" srcId="{65E31945-1B0E-4722-8768-3FFA4DC4B657}" destId="{BF3F4BFF-9370-4131-B0EF-9C632E9B0AB9}" srcOrd="0" destOrd="0" parTransId="{A8A1F1DB-3777-48D1-9CAE-D4209E389CA1}" sibTransId="{E8751A86-C5DD-47DF-B5FC-08E0C3BBEBFB}"/>
    <dgm:cxn modelId="{235CDA4B-7419-47B9-9DD7-FDE51A749C56}" type="presParOf" srcId="{24AD7D77-557A-4F29-9FC3-AD34055FEC27}" destId="{F618F107-2F8D-46F5-BD0E-63D94037E93D}" srcOrd="0" destOrd="0" presId="urn:microsoft.com/office/officeart/2018/2/layout/IconVerticalSolidList"/>
    <dgm:cxn modelId="{E56CFC47-5A18-40E0-AF95-51EBBF40EDE8}" type="presParOf" srcId="{F618F107-2F8D-46F5-BD0E-63D94037E93D}" destId="{C78BC203-A1C0-41FE-A6B7-583FB53E3A5A}" srcOrd="0" destOrd="0" presId="urn:microsoft.com/office/officeart/2018/2/layout/IconVerticalSolidList"/>
    <dgm:cxn modelId="{15F69146-950A-4C54-89C7-ADC2AFB5D525}" type="presParOf" srcId="{F618F107-2F8D-46F5-BD0E-63D94037E93D}" destId="{D631DE7B-310A-48F5-8A78-0DA87BE8932E}" srcOrd="1" destOrd="0" presId="urn:microsoft.com/office/officeart/2018/2/layout/IconVerticalSolidList"/>
    <dgm:cxn modelId="{B7C73429-C64B-476C-84E2-FF79932FAD57}" type="presParOf" srcId="{F618F107-2F8D-46F5-BD0E-63D94037E93D}" destId="{9C0B2250-CD5E-4B4E-AF65-523BE263938E}" srcOrd="2" destOrd="0" presId="urn:microsoft.com/office/officeart/2018/2/layout/IconVerticalSolidList"/>
    <dgm:cxn modelId="{1F3979C4-5BD4-4EC3-85D6-3D436ABD4979}" type="presParOf" srcId="{F618F107-2F8D-46F5-BD0E-63D94037E93D}" destId="{FB350F8B-4397-473B-8F6B-E255DB86796A}" srcOrd="3" destOrd="0" presId="urn:microsoft.com/office/officeart/2018/2/layout/IconVerticalSolidList"/>
    <dgm:cxn modelId="{1304B218-7381-42BF-9F12-3F5AD617CB9D}" type="presParOf" srcId="{F618F107-2F8D-46F5-BD0E-63D94037E93D}" destId="{DB5A47C7-1EDD-4A10-83CB-9BE889557526}" srcOrd="4" destOrd="0" presId="urn:microsoft.com/office/officeart/2018/2/layout/IconVerticalSolidList"/>
    <dgm:cxn modelId="{3A35A1F5-2CCD-44E8-B80C-83468081DEFA}" type="presParOf" srcId="{24AD7D77-557A-4F29-9FC3-AD34055FEC27}" destId="{B9296F45-CC58-409A-A875-51B7C8FC3987}" srcOrd="1" destOrd="0" presId="urn:microsoft.com/office/officeart/2018/2/layout/IconVerticalSolidList"/>
    <dgm:cxn modelId="{895FCECC-D101-4B14-A5CD-41AB80C78F94}" type="presParOf" srcId="{24AD7D77-557A-4F29-9FC3-AD34055FEC27}" destId="{F2BFF66B-8C58-4C05-A85E-849720B0847D}" srcOrd="2" destOrd="0" presId="urn:microsoft.com/office/officeart/2018/2/layout/IconVerticalSolidList"/>
    <dgm:cxn modelId="{0890DCCF-1119-4F9A-9193-69F480296A5C}" type="presParOf" srcId="{F2BFF66B-8C58-4C05-A85E-849720B0847D}" destId="{0A0710EF-DFEA-4342-8217-F83EAC773AED}" srcOrd="0" destOrd="0" presId="urn:microsoft.com/office/officeart/2018/2/layout/IconVerticalSolidList"/>
    <dgm:cxn modelId="{32575D9E-AE31-4521-B624-EC4D8A36F581}" type="presParOf" srcId="{F2BFF66B-8C58-4C05-A85E-849720B0847D}" destId="{540DB30E-A3C3-43E0-8C9A-2CCB1511F0DE}" srcOrd="1" destOrd="0" presId="urn:microsoft.com/office/officeart/2018/2/layout/IconVerticalSolidList"/>
    <dgm:cxn modelId="{478B7F70-06FD-48CB-AFC1-D4AD15C01ECC}" type="presParOf" srcId="{F2BFF66B-8C58-4C05-A85E-849720B0847D}" destId="{AE463EE0-9263-4E14-AD03-4C6D322B89F6}" srcOrd="2" destOrd="0" presId="urn:microsoft.com/office/officeart/2018/2/layout/IconVerticalSolidList"/>
    <dgm:cxn modelId="{18282334-C4B0-416F-BB70-DAB56F05E431}" type="presParOf" srcId="{F2BFF66B-8C58-4C05-A85E-849720B0847D}" destId="{389C047B-766D-43EB-95BA-379F53054293}" srcOrd="3" destOrd="0" presId="urn:microsoft.com/office/officeart/2018/2/layout/IconVerticalSolidList"/>
    <dgm:cxn modelId="{BD7D2103-4C8A-4E7D-BF6E-6101A94DC9FD}" type="presParOf" srcId="{F2BFF66B-8C58-4C05-A85E-849720B0847D}" destId="{89F551BA-1F31-47FA-9D6F-EF126199A6F7}" srcOrd="4"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5E31945-1B0E-4722-8768-3FFA4DC4B657}" type="doc">
      <dgm:prSet loTypeId="urn:microsoft.com/office/officeart/2018/2/layout/IconVerticalSolidList" loCatId="icon" qsTypeId="urn:microsoft.com/office/officeart/2005/8/quickstyle/simple1" qsCatId="simple" csTypeId="urn:microsoft.com/office/officeart/2018/5/colors/Iconchunking_neutralbg_colorful2" csCatId="colorful" phldr="1"/>
      <dgm:spPr/>
      <dgm:t>
        <a:bodyPr/>
        <a:lstStyle/>
        <a:p>
          <a:endParaRPr lang="en-US"/>
        </a:p>
      </dgm:t>
    </dgm:pt>
    <dgm:pt modelId="{BF3F4BFF-9370-4131-B0EF-9C632E9B0AB9}">
      <dgm:prSet/>
      <dgm:spPr/>
      <dgm:t>
        <a:bodyPr/>
        <a:lstStyle/>
        <a:p>
          <a:r>
            <a:rPr lang="en-US"/>
            <a:t>Goal:</a:t>
          </a:r>
        </a:p>
      </dgm:t>
    </dgm:pt>
    <dgm:pt modelId="{A8A1F1DB-3777-48D1-9CAE-D4209E389CA1}" type="parTrans" cxnId="{E56053F1-2E98-4076-8E1D-4BD1EE1DE690}">
      <dgm:prSet/>
      <dgm:spPr/>
      <dgm:t>
        <a:bodyPr/>
        <a:lstStyle/>
        <a:p>
          <a:endParaRPr lang="en-US"/>
        </a:p>
      </dgm:t>
    </dgm:pt>
    <dgm:pt modelId="{E8751A86-C5DD-47DF-B5FC-08E0C3BBEBFB}" type="sibTrans" cxnId="{E56053F1-2E98-4076-8E1D-4BD1EE1DE690}">
      <dgm:prSet/>
      <dgm:spPr/>
      <dgm:t>
        <a:bodyPr/>
        <a:lstStyle/>
        <a:p>
          <a:endParaRPr lang="en-US"/>
        </a:p>
      </dgm:t>
    </dgm:pt>
    <dgm:pt modelId="{A3DDE146-D936-4763-B967-C6D661E3C71E}">
      <dgm:prSet custT="1"/>
      <dgm:spPr/>
      <dgm:t>
        <a:bodyPr/>
        <a:lstStyle/>
        <a:p>
          <a:r>
            <a:rPr lang="en-US" sz="1400" dirty="0"/>
            <a:t>Emulate the ICS communication network with realistic traffic and vulnerabilities</a:t>
          </a:r>
        </a:p>
      </dgm:t>
    </dgm:pt>
    <dgm:pt modelId="{86FC3201-2B20-433A-BF4A-13B5F741309F}" type="parTrans" cxnId="{6C212C62-8696-4F31-BB9C-404D672D4450}">
      <dgm:prSet/>
      <dgm:spPr/>
      <dgm:t>
        <a:bodyPr/>
        <a:lstStyle/>
        <a:p>
          <a:endParaRPr lang="en-US"/>
        </a:p>
      </dgm:t>
    </dgm:pt>
    <dgm:pt modelId="{691F956B-2636-4DC1-B075-6FDCF8D19025}" type="sibTrans" cxnId="{6C212C62-8696-4F31-BB9C-404D672D4450}">
      <dgm:prSet/>
      <dgm:spPr/>
      <dgm:t>
        <a:bodyPr/>
        <a:lstStyle/>
        <a:p>
          <a:endParaRPr lang="en-US"/>
        </a:p>
      </dgm:t>
    </dgm:pt>
    <dgm:pt modelId="{48EC43C7-C183-43D7-BCD4-4207D313CB9D}">
      <dgm:prSet/>
      <dgm:spPr/>
      <dgm:t>
        <a:bodyPr/>
        <a:lstStyle/>
        <a:p>
          <a:r>
            <a:rPr lang="en-US"/>
            <a:t>Key Components:</a:t>
          </a:r>
        </a:p>
      </dgm:t>
    </dgm:pt>
    <dgm:pt modelId="{F735B9DB-6095-452B-8AB3-3E96A6CE7A05}" type="parTrans" cxnId="{52B32DCC-2720-4FE6-8AF1-2F886429F5CD}">
      <dgm:prSet/>
      <dgm:spPr/>
      <dgm:t>
        <a:bodyPr/>
        <a:lstStyle/>
        <a:p>
          <a:endParaRPr lang="en-US"/>
        </a:p>
      </dgm:t>
    </dgm:pt>
    <dgm:pt modelId="{B77DBDCF-C792-4964-B096-A931FBCDC37D}" type="sibTrans" cxnId="{52B32DCC-2720-4FE6-8AF1-2F886429F5CD}">
      <dgm:prSet/>
      <dgm:spPr/>
      <dgm:t>
        <a:bodyPr/>
        <a:lstStyle/>
        <a:p>
          <a:endParaRPr lang="en-US"/>
        </a:p>
      </dgm:t>
    </dgm:pt>
    <dgm:pt modelId="{86D19E41-34B0-4A48-8C5E-0A3FB05C8ED6}">
      <dgm:prSet custT="1"/>
      <dgm:spPr/>
      <dgm:t>
        <a:bodyPr/>
        <a:lstStyle/>
        <a:p>
          <a:r>
            <a:rPr lang="en-US" sz="1400" dirty="0"/>
            <a:t>1. Virtual hosts: PLCs, HMIs, VPNs, gateways in isolated containers</a:t>
          </a:r>
        </a:p>
      </dgm:t>
    </dgm:pt>
    <dgm:pt modelId="{BC4AE504-2AED-4C5F-9A97-435A8C57D7BF}" type="parTrans" cxnId="{B9FB127E-FCD4-4F28-A908-5A18D2E6E964}">
      <dgm:prSet/>
      <dgm:spPr/>
      <dgm:t>
        <a:bodyPr/>
        <a:lstStyle/>
        <a:p>
          <a:endParaRPr lang="en-US"/>
        </a:p>
      </dgm:t>
    </dgm:pt>
    <dgm:pt modelId="{B932602C-F115-4D06-8478-736072E92647}" type="sibTrans" cxnId="{B9FB127E-FCD4-4F28-A908-5A18D2E6E964}">
      <dgm:prSet/>
      <dgm:spPr/>
      <dgm:t>
        <a:bodyPr/>
        <a:lstStyle/>
        <a:p>
          <a:endParaRPr lang="en-US"/>
        </a:p>
      </dgm:t>
    </dgm:pt>
    <dgm:pt modelId="{7316CBCA-8436-4670-A4DF-E9D38F4F0BBD}">
      <dgm:prSet custT="1"/>
      <dgm:spPr/>
      <dgm:t>
        <a:bodyPr/>
        <a:lstStyle/>
        <a:p>
          <a:r>
            <a:rPr lang="en-US" sz="1400" dirty="0"/>
            <a:t>2. Switching &amp; Routing: Simulated using Mininet/SDN</a:t>
          </a:r>
        </a:p>
      </dgm:t>
    </dgm:pt>
    <dgm:pt modelId="{65331F15-7E3B-4957-9515-E0EBD709D802}" type="parTrans" cxnId="{82B3E563-11D1-4DE0-8DBC-7943FA83C599}">
      <dgm:prSet/>
      <dgm:spPr/>
      <dgm:t>
        <a:bodyPr/>
        <a:lstStyle/>
        <a:p>
          <a:endParaRPr lang="en-US"/>
        </a:p>
      </dgm:t>
    </dgm:pt>
    <dgm:pt modelId="{AB1DAE18-15F0-458C-9F3B-7221B4AF9512}" type="sibTrans" cxnId="{82B3E563-11D1-4DE0-8DBC-7943FA83C599}">
      <dgm:prSet/>
      <dgm:spPr/>
      <dgm:t>
        <a:bodyPr/>
        <a:lstStyle/>
        <a:p>
          <a:endParaRPr lang="en-US"/>
        </a:p>
      </dgm:t>
    </dgm:pt>
    <dgm:pt modelId="{F15BD586-4E61-4D6F-9284-C4F18F9D22E5}">
      <dgm:prSet custT="1"/>
      <dgm:spPr/>
      <dgm:t>
        <a:bodyPr/>
        <a:lstStyle/>
        <a:p>
          <a:r>
            <a:rPr lang="en-US" sz="1400" dirty="0"/>
            <a:t>3. Protocol support: </a:t>
          </a:r>
          <a:r>
            <a:rPr lang="en-US" sz="1400" dirty="0" err="1"/>
            <a:t>EtherNet</a:t>
          </a:r>
          <a:r>
            <a:rPr lang="en-US" sz="1400" dirty="0"/>
            <a:t>/IP, Modbus/TCP, ARP, DHCP</a:t>
          </a:r>
        </a:p>
        <a:p>
          <a:r>
            <a:rPr lang="en-US" sz="1400" dirty="0"/>
            <a:t>4. Vulnerable services: SSH, Telnet, VPN with weak/default credentials</a:t>
          </a:r>
        </a:p>
        <a:p>
          <a:r>
            <a:rPr lang="en-US" sz="1400" dirty="0"/>
            <a:t>5. Attack surface: Configured to expose real services on standard ports</a:t>
          </a:r>
        </a:p>
        <a:p>
          <a:r>
            <a:rPr lang="en-US" sz="1400" dirty="0"/>
            <a:t>6. Link shipping: Customizable delay, bandwidth, packet loss</a:t>
          </a:r>
        </a:p>
      </dgm:t>
    </dgm:pt>
    <dgm:pt modelId="{EA29CC70-B649-45DD-A597-76FFEB6A6EFA}" type="parTrans" cxnId="{6DDC37DC-4466-451F-ADA5-FF03A3100B51}">
      <dgm:prSet/>
      <dgm:spPr/>
      <dgm:t>
        <a:bodyPr/>
        <a:lstStyle/>
        <a:p>
          <a:endParaRPr lang="en-US"/>
        </a:p>
      </dgm:t>
    </dgm:pt>
    <dgm:pt modelId="{8D0EED68-3241-4FB8-9120-C9F830CBFD3C}" type="sibTrans" cxnId="{6DDC37DC-4466-451F-ADA5-FF03A3100B51}">
      <dgm:prSet/>
      <dgm:spPr/>
      <dgm:t>
        <a:bodyPr/>
        <a:lstStyle/>
        <a:p>
          <a:endParaRPr lang="en-US"/>
        </a:p>
      </dgm:t>
    </dgm:pt>
    <dgm:pt modelId="{24AD7D77-557A-4F29-9FC3-AD34055FEC27}" type="pres">
      <dgm:prSet presAssocID="{65E31945-1B0E-4722-8768-3FFA4DC4B657}" presName="root" presStyleCnt="0">
        <dgm:presLayoutVars>
          <dgm:dir/>
          <dgm:resizeHandles val="exact"/>
        </dgm:presLayoutVars>
      </dgm:prSet>
      <dgm:spPr/>
    </dgm:pt>
    <dgm:pt modelId="{F618F107-2F8D-46F5-BD0E-63D94037E93D}" type="pres">
      <dgm:prSet presAssocID="{BF3F4BFF-9370-4131-B0EF-9C632E9B0AB9}" presName="compNode" presStyleCnt="0"/>
      <dgm:spPr/>
    </dgm:pt>
    <dgm:pt modelId="{C78BC203-A1C0-41FE-A6B7-583FB53E3A5A}" type="pres">
      <dgm:prSet presAssocID="{BF3F4BFF-9370-4131-B0EF-9C632E9B0AB9}" presName="bgRect" presStyleLbl="bgShp" presStyleIdx="0" presStyleCnt="2"/>
      <dgm:spPr/>
    </dgm:pt>
    <dgm:pt modelId="{D631DE7B-310A-48F5-8A78-0DA87BE8932E}" type="pres">
      <dgm:prSet presAssocID="{BF3F4BFF-9370-4131-B0EF-9C632E9B0AB9}"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ullseye"/>
        </a:ext>
      </dgm:extLst>
    </dgm:pt>
    <dgm:pt modelId="{9C0B2250-CD5E-4B4E-AF65-523BE263938E}" type="pres">
      <dgm:prSet presAssocID="{BF3F4BFF-9370-4131-B0EF-9C632E9B0AB9}" presName="spaceRect" presStyleCnt="0"/>
      <dgm:spPr/>
    </dgm:pt>
    <dgm:pt modelId="{FB350F8B-4397-473B-8F6B-E255DB86796A}" type="pres">
      <dgm:prSet presAssocID="{BF3F4BFF-9370-4131-B0EF-9C632E9B0AB9}" presName="parTx" presStyleLbl="revTx" presStyleIdx="0" presStyleCnt="4">
        <dgm:presLayoutVars>
          <dgm:chMax val="0"/>
          <dgm:chPref val="0"/>
        </dgm:presLayoutVars>
      </dgm:prSet>
      <dgm:spPr/>
    </dgm:pt>
    <dgm:pt modelId="{DB5A47C7-1EDD-4A10-83CB-9BE889557526}" type="pres">
      <dgm:prSet presAssocID="{BF3F4BFF-9370-4131-B0EF-9C632E9B0AB9}" presName="desTx" presStyleLbl="revTx" presStyleIdx="1" presStyleCnt="4" custScaleX="169709" custLinFactNeighborX="-46446" custLinFactNeighborY="66">
        <dgm:presLayoutVars/>
      </dgm:prSet>
      <dgm:spPr/>
    </dgm:pt>
    <dgm:pt modelId="{B9296F45-CC58-409A-A875-51B7C8FC3987}" type="pres">
      <dgm:prSet presAssocID="{E8751A86-C5DD-47DF-B5FC-08E0C3BBEBFB}" presName="sibTrans" presStyleCnt="0"/>
      <dgm:spPr/>
    </dgm:pt>
    <dgm:pt modelId="{F2BFF66B-8C58-4C05-A85E-849720B0847D}" type="pres">
      <dgm:prSet presAssocID="{48EC43C7-C183-43D7-BCD4-4207D313CB9D}" presName="compNode" presStyleCnt="0"/>
      <dgm:spPr/>
    </dgm:pt>
    <dgm:pt modelId="{0A0710EF-DFEA-4342-8217-F83EAC773AED}" type="pres">
      <dgm:prSet presAssocID="{48EC43C7-C183-43D7-BCD4-4207D313CB9D}" presName="bgRect" presStyleLbl="bgShp" presStyleIdx="1" presStyleCnt="2" custScaleY="193332"/>
      <dgm:spPr/>
    </dgm:pt>
    <dgm:pt modelId="{540DB30E-A3C3-43E0-8C9A-2CCB1511F0DE}" type="pres">
      <dgm:prSet presAssocID="{48EC43C7-C183-43D7-BCD4-4207D313CB9D}"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nk Check"/>
        </a:ext>
      </dgm:extLst>
    </dgm:pt>
    <dgm:pt modelId="{AE463EE0-9263-4E14-AD03-4C6D322B89F6}" type="pres">
      <dgm:prSet presAssocID="{48EC43C7-C183-43D7-BCD4-4207D313CB9D}" presName="spaceRect" presStyleCnt="0"/>
      <dgm:spPr/>
    </dgm:pt>
    <dgm:pt modelId="{389C047B-766D-43EB-95BA-379F53054293}" type="pres">
      <dgm:prSet presAssocID="{48EC43C7-C183-43D7-BCD4-4207D313CB9D}" presName="parTx" presStyleLbl="revTx" presStyleIdx="2" presStyleCnt="4">
        <dgm:presLayoutVars>
          <dgm:chMax val="0"/>
          <dgm:chPref val="0"/>
        </dgm:presLayoutVars>
      </dgm:prSet>
      <dgm:spPr/>
    </dgm:pt>
    <dgm:pt modelId="{89F551BA-1F31-47FA-9D6F-EF126199A6F7}" type="pres">
      <dgm:prSet presAssocID="{48EC43C7-C183-43D7-BCD4-4207D313CB9D}" presName="desTx" presStyleLbl="revTx" presStyleIdx="3" presStyleCnt="4" custScaleX="141886" custLinFactNeighborX="-26376" custLinFactNeighborY="1703">
        <dgm:presLayoutVars/>
      </dgm:prSet>
      <dgm:spPr/>
    </dgm:pt>
  </dgm:ptLst>
  <dgm:cxnLst>
    <dgm:cxn modelId="{F50B4812-9DD6-4154-A6B1-AFC5FEBABCF2}" type="presOf" srcId="{7316CBCA-8436-4670-A4DF-E9D38F4F0BBD}" destId="{89F551BA-1F31-47FA-9D6F-EF126199A6F7}" srcOrd="0" destOrd="1" presId="urn:microsoft.com/office/officeart/2018/2/layout/IconVerticalSolidList"/>
    <dgm:cxn modelId="{6C212C62-8696-4F31-BB9C-404D672D4450}" srcId="{BF3F4BFF-9370-4131-B0EF-9C632E9B0AB9}" destId="{A3DDE146-D936-4763-B967-C6D661E3C71E}" srcOrd="0" destOrd="0" parTransId="{86FC3201-2B20-433A-BF4A-13B5F741309F}" sibTransId="{691F956B-2636-4DC1-B075-6FDCF8D19025}"/>
    <dgm:cxn modelId="{82B3E563-11D1-4DE0-8DBC-7943FA83C599}" srcId="{48EC43C7-C183-43D7-BCD4-4207D313CB9D}" destId="{7316CBCA-8436-4670-A4DF-E9D38F4F0BBD}" srcOrd="1" destOrd="0" parTransId="{65331F15-7E3B-4957-9515-E0EBD709D802}" sibTransId="{AB1DAE18-15F0-458C-9F3B-7221B4AF9512}"/>
    <dgm:cxn modelId="{579D8A45-CF20-4BA2-BCF9-B31F575FF56D}" type="presOf" srcId="{65E31945-1B0E-4722-8768-3FFA4DC4B657}" destId="{24AD7D77-557A-4F29-9FC3-AD34055FEC27}" srcOrd="0" destOrd="0" presId="urn:microsoft.com/office/officeart/2018/2/layout/IconVerticalSolidList"/>
    <dgm:cxn modelId="{B9FB127E-FCD4-4F28-A908-5A18D2E6E964}" srcId="{48EC43C7-C183-43D7-BCD4-4207D313CB9D}" destId="{86D19E41-34B0-4A48-8C5E-0A3FB05C8ED6}" srcOrd="0" destOrd="0" parTransId="{BC4AE504-2AED-4C5F-9A97-435A8C57D7BF}" sibTransId="{B932602C-F115-4D06-8478-736072E92647}"/>
    <dgm:cxn modelId="{442EC88B-4C18-448D-B418-A0603B5D7DA5}" type="presOf" srcId="{F15BD586-4E61-4D6F-9284-C4F18F9D22E5}" destId="{89F551BA-1F31-47FA-9D6F-EF126199A6F7}" srcOrd="0" destOrd="2" presId="urn:microsoft.com/office/officeart/2018/2/layout/IconVerticalSolidList"/>
    <dgm:cxn modelId="{47A3FD90-6A0C-45C0-8653-71C9E627B6CF}" type="presOf" srcId="{BF3F4BFF-9370-4131-B0EF-9C632E9B0AB9}" destId="{FB350F8B-4397-473B-8F6B-E255DB86796A}" srcOrd="0" destOrd="0" presId="urn:microsoft.com/office/officeart/2018/2/layout/IconVerticalSolidList"/>
    <dgm:cxn modelId="{B61B83A4-E942-4CDB-A1D6-391269C645E5}" type="presOf" srcId="{A3DDE146-D936-4763-B967-C6D661E3C71E}" destId="{DB5A47C7-1EDD-4A10-83CB-9BE889557526}" srcOrd="0" destOrd="0" presId="urn:microsoft.com/office/officeart/2018/2/layout/IconVerticalSolidList"/>
    <dgm:cxn modelId="{7861BBC1-7AB1-4AC9-B0D9-499D845AF5AC}" type="presOf" srcId="{86D19E41-34B0-4A48-8C5E-0A3FB05C8ED6}" destId="{89F551BA-1F31-47FA-9D6F-EF126199A6F7}" srcOrd="0" destOrd="0" presId="urn:microsoft.com/office/officeart/2018/2/layout/IconVerticalSolidList"/>
    <dgm:cxn modelId="{52B32DCC-2720-4FE6-8AF1-2F886429F5CD}" srcId="{65E31945-1B0E-4722-8768-3FFA4DC4B657}" destId="{48EC43C7-C183-43D7-BCD4-4207D313CB9D}" srcOrd="1" destOrd="0" parTransId="{F735B9DB-6095-452B-8AB3-3E96A6CE7A05}" sibTransId="{B77DBDCF-C792-4964-B096-A931FBCDC37D}"/>
    <dgm:cxn modelId="{C1BA70DA-2A3D-43A1-97F1-C7BDD2D3F2E5}" type="presOf" srcId="{48EC43C7-C183-43D7-BCD4-4207D313CB9D}" destId="{389C047B-766D-43EB-95BA-379F53054293}" srcOrd="0" destOrd="0" presId="urn:microsoft.com/office/officeart/2018/2/layout/IconVerticalSolidList"/>
    <dgm:cxn modelId="{6DDC37DC-4466-451F-ADA5-FF03A3100B51}" srcId="{48EC43C7-C183-43D7-BCD4-4207D313CB9D}" destId="{F15BD586-4E61-4D6F-9284-C4F18F9D22E5}" srcOrd="2" destOrd="0" parTransId="{EA29CC70-B649-45DD-A597-76FFEB6A6EFA}" sibTransId="{8D0EED68-3241-4FB8-9120-C9F830CBFD3C}"/>
    <dgm:cxn modelId="{E56053F1-2E98-4076-8E1D-4BD1EE1DE690}" srcId="{65E31945-1B0E-4722-8768-3FFA4DC4B657}" destId="{BF3F4BFF-9370-4131-B0EF-9C632E9B0AB9}" srcOrd="0" destOrd="0" parTransId="{A8A1F1DB-3777-48D1-9CAE-D4209E389CA1}" sibTransId="{E8751A86-C5DD-47DF-B5FC-08E0C3BBEBFB}"/>
    <dgm:cxn modelId="{235CDA4B-7419-47B9-9DD7-FDE51A749C56}" type="presParOf" srcId="{24AD7D77-557A-4F29-9FC3-AD34055FEC27}" destId="{F618F107-2F8D-46F5-BD0E-63D94037E93D}" srcOrd="0" destOrd="0" presId="urn:microsoft.com/office/officeart/2018/2/layout/IconVerticalSolidList"/>
    <dgm:cxn modelId="{E56CFC47-5A18-40E0-AF95-51EBBF40EDE8}" type="presParOf" srcId="{F618F107-2F8D-46F5-BD0E-63D94037E93D}" destId="{C78BC203-A1C0-41FE-A6B7-583FB53E3A5A}" srcOrd="0" destOrd="0" presId="urn:microsoft.com/office/officeart/2018/2/layout/IconVerticalSolidList"/>
    <dgm:cxn modelId="{15F69146-950A-4C54-89C7-ADC2AFB5D525}" type="presParOf" srcId="{F618F107-2F8D-46F5-BD0E-63D94037E93D}" destId="{D631DE7B-310A-48F5-8A78-0DA87BE8932E}" srcOrd="1" destOrd="0" presId="urn:microsoft.com/office/officeart/2018/2/layout/IconVerticalSolidList"/>
    <dgm:cxn modelId="{B7C73429-C64B-476C-84E2-FF79932FAD57}" type="presParOf" srcId="{F618F107-2F8D-46F5-BD0E-63D94037E93D}" destId="{9C0B2250-CD5E-4B4E-AF65-523BE263938E}" srcOrd="2" destOrd="0" presId="urn:microsoft.com/office/officeart/2018/2/layout/IconVerticalSolidList"/>
    <dgm:cxn modelId="{1F3979C4-5BD4-4EC3-85D6-3D436ABD4979}" type="presParOf" srcId="{F618F107-2F8D-46F5-BD0E-63D94037E93D}" destId="{FB350F8B-4397-473B-8F6B-E255DB86796A}" srcOrd="3" destOrd="0" presId="urn:microsoft.com/office/officeart/2018/2/layout/IconVerticalSolidList"/>
    <dgm:cxn modelId="{1304B218-7381-42BF-9F12-3F5AD617CB9D}" type="presParOf" srcId="{F618F107-2F8D-46F5-BD0E-63D94037E93D}" destId="{DB5A47C7-1EDD-4A10-83CB-9BE889557526}" srcOrd="4" destOrd="0" presId="urn:microsoft.com/office/officeart/2018/2/layout/IconVerticalSolidList"/>
    <dgm:cxn modelId="{3A35A1F5-2CCD-44E8-B80C-83468081DEFA}" type="presParOf" srcId="{24AD7D77-557A-4F29-9FC3-AD34055FEC27}" destId="{B9296F45-CC58-409A-A875-51B7C8FC3987}" srcOrd="1" destOrd="0" presId="urn:microsoft.com/office/officeart/2018/2/layout/IconVerticalSolidList"/>
    <dgm:cxn modelId="{895FCECC-D101-4B14-A5CD-41AB80C78F94}" type="presParOf" srcId="{24AD7D77-557A-4F29-9FC3-AD34055FEC27}" destId="{F2BFF66B-8C58-4C05-A85E-849720B0847D}" srcOrd="2" destOrd="0" presId="urn:microsoft.com/office/officeart/2018/2/layout/IconVerticalSolidList"/>
    <dgm:cxn modelId="{0890DCCF-1119-4F9A-9193-69F480296A5C}" type="presParOf" srcId="{F2BFF66B-8C58-4C05-A85E-849720B0847D}" destId="{0A0710EF-DFEA-4342-8217-F83EAC773AED}" srcOrd="0" destOrd="0" presId="urn:microsoft.com/office/officeart/2018/2/layout/IconVerticalSolidList"/>
    <dgm:cxn modelId="{32575D9E-AE31-4521-B624-EC4D8A36F581}" type="presParOf" srcId="{F2BFF66B-8C58-4C05-A85E-849720B0847D}" destId="{540DB30E-A3C3-43E0-8C9A-2CCB1511F0DE}" srcOrd="1" destOrd="0" presId="urn:microsoft.com/office/officeart/2018/2/layout/IconVerticalSolidList"/>
    <dgm:cxn modelId="{478B7F70-06FD-48CB-AFC1-D4AD15C01ECC}" type="presParOf" srcId="{F2BFF66B-8C58-4C05-A85E-849720B0847D}" destId="{AE463EE0-9263-4E14-AD03-4C6D322B89F6}" srcOrd="2" destOrd="0" presId="urn:microsoft.com/office/officeart/2018/2/layout/IconVerticalSolidList"/>
    <dgm:cxn modelId="{18282334-C4B0-416F-BB70-DAB56F05E431}" type="presParOf" srcId="{F2BFF66B-8C58-4C05-A85E-849720B0847D}" destId="{389C047B-766D-43EB-95BA-379F53054293}" srcOrd="3" destOrd="0" presId="urn:microsoft.com/office/officeart/2018/2/layout/IconVerticalSolidList"/>
    <dgm:cxn modelId="{BD7D2103-4C8A-4E7D-BF6E-6101A94DC9FD}" type="presParOf" srcId="{F2BFF66B-8C58-4C05-A85E-849720B0847D}" destId="{89F551BA-1F31-47FA-9D6F-EF126199A6F7}"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6315242-E046-4174-AB12-4A2A2E081F51}" type="doc">
      <dgm:prSet loTypeId="urn:microsoft.com/office/officeart/2018/2/layout/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9ECCBAC1-9630-437E-AE2E-E68C639F8735}">
      <dgm:prSet/>
      <dgm:spPr/>
      <dgm:t>
        <a:bodyPr/>
        <a:lstStyle/>
        <a:p>
          <a:pPr>
            <a:defRPr b="1"/>
          </a:pPr>
          <a:r>
            <a:rPr lang="en-US"/>
            <a:t>On the lowest layer :</a:t>
          </a:r>
        </a:p>
      </dgm:t>
    </dgm:pt>
    <dgm:pt modelId="{B54CA97D-B63B-4128-A9DB-D5BF890B1EA6}" type="parTrans" cxnId="{9ED7CF07-53E5-4DB4-99EB-A423AD1EA1E5}">
      <dgm:prSet/>
      <dgm:spPr/>
      <dgm:t>
        <a:bodyPr/>
        <a:lstStyle/>
        <a:p>
          <a:endParaRPr lang="en-US"/>
        </a:p>
      </dgm:t>
    </dgm:pt>
    <dgm:pt modelId="{BE5180A8-1BF8-444C-A63C-8BF03A5EC006}" type="sibTrans" cxnId="{9ED7CF07-53E5-4DB4-99EB-A423AD1EA1E5}">
      <dgm:prSet/>
      <dgm:spPr/>
      <dgm:t>
        <a:bodyPr/>
        <a:lstStyle/>
        <a:p>
          <a:endParaRPr lang="en-US"/>
        </a:p>
      </dgm:t>
    </dgm:pt>
    <dgm:pt modelId="{24AC0001-8C31-453F-BCC5-DB625B822F09}">
      <dgm:prSet/>
      <dgm:spPr/>
      <dgm:t>
        <a:bodyPr/>
        <a:lstStyle/>
        <a:p>
          <a:r>
            <a:rPr lang="en-US"/>
            <a:t>Controller devices are connected to sensors and actuators</a:t>
          </a:r>
        </a:p>
      </dgm:t>
    </dgm:pt>
    <dgm:pt modelId="{B0F92095-6DA6-4961-84F9-FF9B2AF45497}" type="parTrans" cxnId="{E18135FD-7352-4CA9-AC6F-E998E1A3C1F0}">
      <dgm:prSet/>
      <dgm:spPr/>
      <dgm:t>
        <a:bodyPr/>
        <a:lstStyle/>
        <a:p>
          <a:endParaRPr lang="en-US"/>
        </a:p>
      </dgm:t>
    </dgm:pt>
    <dgm:pt modelId="{D6E40891-A726-4BBB-9126-E88C443EAC87}" type="sibTrans" cxnId="{E18135FD-7352-4CA9-AC6F-E998E1A3C1F0}">
      <dgm:prSet/>
      <dgm:spPr/>
      <dgm:t>
        <a:bodyPr/>
        <a:lstStyle/>
        <a:p>
          <a:endParaRPr lang="en-US"/>
        </a:p>
      </dgm:t>
    </dgm:pt>
    <dgm:pt modelId="{5C158ECB-E72B-4B2E-89FA-B2708209204D}">
      <dgm:prSet/>
      <dgm:spPr/>
      <dgm:t>
        <a:bodyPr/>
        <a:lstStyle/>
        <a:p>
          <a:r>
            <a:rPr lang="en-US"/>
            <a:t>Or to remote input/output (RIO) devices, capable of converting raw sensors and actuators signals into Ethernet-based packets</a:t>
          </a:r>
        </a:p>
      </dgm:t>
    </dgm:pt>
    <dgm:pt modelId="{869EF7F2-DA2A-4547-9D6D-56004E3056FE}" type="parTrans" cxnId="{A5F6A250-E6B2-4B41-8BB8-F92C6947074F}">
      <dgm:prSet/>
      <dgm:spPr/>
      <dgm:t>
        <a:bodyPr/>
        <a:lstStyle/>
        <a:p>
          <a:endParaRPr lang="en-US"/>
        </a:p>
      </dgm:t>
    </dgm:pt>
    <dgm:pt modelId="{C13FF981-6462-4D21-9371-B2FF9EF42733}" type="sibTrans" cxnId="{A5F6A250-E6B2-4B41-8BB8-F92C6947074F}">
      <dgm:prSet/>
      <dgm:spPr/>
      <dgm:t>
        <a:bodyPr/>
        <a:lstStyle/>
        <a:p>
          <a:endParaRPr lang="en-US"/>
        </a:p>
      </dgm:t>
    </dgm:pt>
    <dgm:pt modelId="{090C7183-407E-44C8-9F17-B91F95625683}">
      <dgm:prSet/>
      <dgm:spPr/>
      <dgm:t>
        <a:bodyPr/>
        <a:lstStyle/>
        <a:p>
          <a:pPr>
            <a:defRPr b="1"/>
          </a:pPr>
          <a:r>
            <a:rPr lang="en-US"/>
            <a:t>The next layer :</a:t>
          </a:r>
        </a:p>
      </dgm:t>
    </dgm:pt>
    <dgm:pt modelId="{9FDE9C58-9844-4A1B-ACCF-DFC51D00E801}" type="parTrans" cxnId="{07316D5A-187E-4C13-805E-56B3FF85D0C0}">
      <dgm:prSet/>
      <dgm:spPr/>
      <dgm:t>
        <a:bodyPr/>
        <a:lstStyle/>
        <a:p>
          <a:endParaRPr lang="en-US"/>
        </a:p>
      </dgm:t>
    </dgm:pt>
    <dgm:pt modelId="{F3559692-4B55-46DE-A5F2-7FDB3F3C3CC4}" type="sibTrans" cxnId="{07316D5A-187E-4C13-805E-56B3FF85D0C0}">
      <dgm:prSet/>
      <dgm:spPr/>
      <dgm:t>
        <a:bodyPr/>
        <a:lstStyle/>
        <a:p>
          <a:endParaRPr lang="en-US"/>
        </a:p>
      </dgm:t>
    </dgm:pt>
    <dgm:pt modelId="{4DE491B4-DFB4-4B19-91CE-85D3C9C065A1}">
      <dgm:prSet/>
      <dgm:spPr/>
      <dgm:t>
        <a:bodyPr/>
        <a:lstStyle/>
        <a:p>
          <a:r>
            <a:rPr lang="en-US" dirty="0"/>
            <a:t>Connects the controller devices, and the additional devices such as HMIs, engineering workstations, and historian server</a:t>
          </a:r>
        </a:p>
      </dgm:t>
    </dgm:pt>
    <dgm:pt modelId="{55C888A7-B44E-424E-9402-435A3A9B3357}" type="parTrans" cxnId="{92E148A7-1BD6-4AF0-BC43-4B40E7479D10}">
      <dgm:prSet/>
      <dgm:spPr/>
      <dgm:t>
        <a:bodyPr/>
        <a:lstStyle/>
        <a:p>
          <a:endParaRPr lang="en-US"/>
        </a:p>
      </dgm:t>
    </dgm:pt>
    <dgm:pt modelId="{F0A667B8-9ED2-4E41-BC7B-D27D7F60184E}" type="sibTrans" cxnId="{92E148A7-1BD6-4AF0-BC43-4B40E7479D10}">
      <dgm:prSet/>
      <dgm:spPr/>
      <dgm:t>
        <a:bodyPr/>
        <a:lstStyle/>
        <a:p>
          <a:endParaRPr lang="en-US"/>
        </a:p>
      </dgm:t>
    </dgm:pt>
    <dgm:pt modelId="{B169954A-A3B3-47E6-8E9E-0448F690415B}" type="pres">
      <dgm:prSet presAssocID="{A6315242-E046-4174-AB12-4A2A2E081F51}" presName="root" presStyleCnt="0">
        <dgm:presLayoutVars>
          <dgm:dir/>
          <dgm:resizeHandles val="exact"/>
        </dgm:presLayoutVars>
      </dgm:prSet>
      <dgm:spPr/>
    </dgm:pt>
    <dgm:pt modelId="{640A637A-CAE5-4027-9AC0-A85D7CAA6AD2}" type="pres">
      <dgm:prSet presAssocID="{9ECCBAC1-9630-437E-AE2E-E68C639F8735}" presName="compNode" presStyleCnt="0"/>
      <dgm:spPr/>
    </dgm:pt>
    <dgm:pt modelId="{924DAB09-EC03-4255-BE47-E8B78B561E72}" type="pres">
      <dgm:prSet presAssocID="{9ECCBAC1-9630-437E-AE2E-E68C639F8735}"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ream"/>
        </a:ext>
      </dgm:extLst>
    </dgm:pt>
    <dgm:pt modelId="{9F5D65F3-39FB-41C5-86F9-4ADC38870825}" type="pres">
      <dgm:prSet presAssocID="{9ECCBAC1-9630-437E-AE2E-E68C639F8735}" presName="iconSpace" presStyleCnt="0"/>
      <dgm:spPr/>
    </dgm:pt>
    <dgm:pt modelId="{808D0BD4-4F6A-4395-BDAF-9EF7E101243C}" type="pres">
      <dgm:prSet presAssocID="{9ECCBAC1-9630-437E-AE2E-E68C639F8735}" presName="parTx" presStyleLbl="revTx" presStyleIdx="0" presStyleCnt="4">
        <dgm:presLayoutVars>
          <dgm:chMax val="0"/>
          <dgm:chPref val="0"/>
        </dgm:presLayoutVars>
      </dgm:prSet>
      <dgm:spPr/>
    </dgm:pt>
    <dgm:pt modelId="{B91719F1-D054-4BDE-93C5-0ACFC3109EEC}" type="pres">
      <dgm:prSet presAssocID="{9ECCBAC1-9630-437E-AE2E-E68C639F8735}" presName="txSpace" presStyleCnt="0"/>
      <dgm:spPr/>
    </dgm:pt>
    <dgm:pt modelId="{F346C6CC-EF53-4A38-8A3E-1A6953C86C2E}" type="pres">
      <dgm:prSet presAssocID="{9ECCBAC1-9630-437E-AE2E-E68C639F8735}" presName="desTx" presStyleLbl="revTx" presStyleIdx="1" presStyleCnt="4">
        <dgm:presLayoutVars/>
      </dgm:prSet>
      <dgm:spPr/>
    </dgm:pt>
    <dgm:pt modelId="{04085BB3-7C3E-4D2B-808D-B7694FE6DB6F}" type="pres">
      <dgm:prSet presAssocID="{BE5180A8-1BF8-444C-A63C-8BF03A5EC006}" presName="sibTrans" presStyleCnt="0"/>
      <dgm:spPr/>
    </dgm:pt>
    <dgm:pt modelId="{D6EF4167-F9F1-4FCB-AEDD-EA9B8273FA9D}" type="pres">
      <dgm:prSet presAssocID="{090C7183-407E-44C8-9F17-B91F95625683}" presName="compNode" presStyleCnt="0"/>
      <dgm:spPr/>
    </dgm:pt>
    <dgm:pt modelId="{CD8678BC-CBB7-4725-9366-CC34BA17DEE4}" type="pres">
      <dgm:prSet presAssocID="{090C7183-407E-44C8-9F17-B91F95625683}"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BEC926E7-E6D7-4FA3-AF6A-F7F29630E325}" type="pres">
      <dgm:prSet presAssocID="{090C7183-407E-44C8-9F17-B91F95625683}" presName="iconSpace" presStyleCnt="0"/>
      <dgm:spPr/>
    </dgm:pt>
    <dgm:pt modelId="{07CB3158-FF32-4D8F-ABD2-7BBCDE4BA563}" type="pres">
      <dgm:prSet presAssocID="{090C7183-407E-44C8-9F17-B91F95625683}" presName="parTx" presStyleLbl="revTx" presStyleIdx="2" presStyleCnt="4">
        <dgm:presLayoutVars>
          <dgm:chMax val="0"/>
          <dgm:chPref val="0"/>
        </dgm:presLayoutVars>
      </dgm:prSet>
      <dgm:spPr/>
    </dgm:pt>
    <dgm:pt modelId="{65DA0FE7-F592-4705-8EA9-37AD21155390}" type="pres">
      <dgm:prSet presAssocID="{090C7183-407E-44C8-9F17-B91F95625683}" presName="txSpace" presStyleCnt="0"/>
      <dgm:spPr/>
    </dgm:pt>
    <dgm:pt modelId="{061F6B58-7870-4AF2-81DA-086BDF4E855C}" type="pres">
      <dgm:prSet presAssocID="{090C7183-407E-44C8-9F17-B91F95625683}" presName="desTx" presStyleLbl="revTx" presStyleIdx="3" presStyleCnt="4">
        <dgm:presLayoutVars/>
      </dgm:prSet>
      <dgm:spPr/>
    </dgm:pt>
  </dgm:ptLst>
  <dgm:cxnLst>
    <dgm:cxn modelId="{BF551806-DD6C-4268-8E87-D8550E881DA4}" type="presOf" srcId="{090C7183-407E-44C8-9F17-B91F95625683}" destId="{07CB3158-FF32-4D8F-ABD2-7BBCDE4BA563}" srcOrd="0" destOrd="0" presId="urn:microsoft.com/office/officeart/2018/2/layout/IconLabelDescriptionList"/>
    <dgm:cxn modelId="{9ED7CF07-53E5-4DB4-99EB-A423AD1EA1E5}" srcId="{A6315242-E046-4174-AB12-4A2A2E081F51}" destId="{9ECCBAC1-9630-437E-AE2E-E68C639F8735}" srcOrd="0" destOrd="0" parTransId="{B54CA97D-B63B-4128-A9DB-D5BF890B1EA6}" sibTransId="{BE5180A8-1BF8-444C-A63C-8BF03A5EC006}"/>
    <dgm:cxn modelId="{30F7E567-CE67-423D-B7C1-5D28DA45C7AB}" type="presOf" srcId="{4DE491B4-DFB4-4B19-91CE-85D3C9C065A1}" destId="{061F6B58-7870-4AF2-81DA-086BDF4E855C}" srcOrd="0" destOrd="0" presId="urn:microsoft.com/office/officeart/2018/2/layout/IconLabelDescriptionList"/>
    <dgm:cxn modelId="{A5F6A250-E6B2-4B41-8BB8-F92C6947074F}" srcId="{9ECCBAC1-9630-437E-AE2E-E68C639F8735}" destId="{5C158ECB-E72B-4B2E-89FA-B2708209204D}" srcOrd="1" destOrd="0" parTransId="{869EF7F2-DA2A-4547-9D6D-56004E3056FE}" sibTransId="{C13FF981-6462-4D21-9371-B2FF9EF42733}"/>
    <dgm:cxn modelId="{07316D5A-187E-4C13-805E-56B3FF85D0C0}" srcId="{A6315242-E046-4174-AB12-4A2A2E081F51}" destId="{090C7183-407E-44C8-9F17-B91F95625683}" srcOrd="1" destOrd="0" parTransId="{9FDE9C58-9844-4A1B-ACCF-DFC51D00E801}" sibTransId="{F3559692-4B55-46DE-A5F2-7FDB3F3C3CC4}"/>
    <dgm:cxn modelId="{92E148A7-1BD6-4AF0-BC43-4B40E7479D10}" srcId="{090C7183-407E-44C8-9F17-B91F95625683}" destId="{4DE491B4-DFB4-4B19-91CE-85D3C9C065A1}" srcOrd="0" destOrd="0" parTransId="{55C888A7-B44E-424E-9402-435A3A9B3357}" sibTransId="{F0A667B8-9ED2-4E41-BC7B-D27D7F60184E}"/>
    <dgm:cxn modelId="{848E08B3-E5CD-489F-89E4-79820D077C53}" type="presOf" srcId="{5C158ECB-E72B-4B2E-89FA-B2708209204D}" destId="{F346C6CC-EF53-4A38-8A3E-1A6953C86C2E}" srcOrd="0" destOrd="1" presId="urn:microsoft.com/office/officeart/2018/2/layout/IconLabelDescriptionList"/>
    <dgm:cxn modelId="{CB21FDC4-1907-4506-B7B3-08463A507969}" type="presOf" srcId="{A6315242-E046-4174-AB12-4A2A2E081F51}" destId="{B169954A-A3B3-47E6-8E9E-0448F690415B}" srcOrd="0" destOrd="0" presId="urn:microsoft.com/office/officeart/2018/2/layout/IconLabelDescriptionList"/>
    <dgm:cxn modelId="{5E7073D4-8558-423F-9458-805E90ADF03C}" type="presOf" srcId="{9ECCBAC1-9630-437E-AE2E-E68C639F8735}" destId="{808D0BD4-4F6A-4395-BDAF-9EF7E101243C}" srcOrd="0" destOrd="0" presId="urn:microsoft.com/office/officeart/2018/2/layout/IconLabelDescriptionList"/>
    <dgm:cxn modelId="{E18135FD-7352-4CA9-AC6F-E998E1A3C1F0}" srcId="{9ECCBAC1-9630-437E-AE2E-E68C639F8735}" destId="{24AC0001-8C31-453F-BCC5-DB625B822F09}" srcOrd="0" destOrd="0" parTransId="{B0F92095-6DA6-4961-84F9-FF9B2AF45497}" sibTransId="{D6E40891-A726-4BBB-9126-E88C443EAC87}"/>
    <dgm:cxn modelId="{4CE231FF-15BB-453E-A832-C463540BDDF3}" type="presOf" srcId="{24AC0001-8C31-453F-BCC5-DB625B822F09}" destId="{F346C6CC-EF53-4A38-8A3E-1A6953C86C2E}" srcOrd="0" destOrd="0" presId="urn:microsoft.com/office/officeart/2018/2/layout/IconLabelDescriptionList"/>
    <dgm:cxn modelId="{3A17DE6D-1A84-4032-9320-0CE0B1C9F87D}" type="presParOf" srcId="{B169954A-A3B3-47E6-8E9E-0448F690415B}" destId="{640A637A-CAE5-4027-9AC0-A85D7CAA6AD2}" srcOrd="0" destOrd="0" presId="urn:microsoft.com/office/officeart/2018/2/layout/IconLabelDescriptionList"/>
    <dgm:cxn modelId="{95919AEC-21D5-487D-95F6-0BD7B012B33C}" type="presParOf" srcId="{640A637A-CAE5-4027-9AC0-A85D7CAA6AD2}" destId="{924DAB09-EC03-4255-BE47-E8B78B561E72}" srcOrd="0" destOrd="0" presId="urn:microsoft.com/office/officeart/2018/2/layout/IconLabelDescriptionList"/>
    <dgm:cxn modelId="{0438D717-1384-4238-A081-F12D22E6D518}" type="presParOf" srcId="{640A637A-CAE5-4027-9AC0-A85D7CAA6AD2}" destId="{9F5D65F3-39FB-41C5-86F9-4ADC38870825}" srcOrd="1" destOrd="0" presId="urn:microsoft.com/office/officeart/2018/2/layout/IconLabelDescriptionList"/>
    <dgm:cxn modelId="{E9C79717-F8FE-4525-A1C2-67D99EB0C3BE}" type="presParOf" srcId="{640A637A-CAE5-4027-9AC0-A85D7CAA6AD2}" destId="{808D0BD4-4F6A-4395-BDAF-9EF7E101243C}" srcOrd="2" destOrd="0" presId="urn:microsoft.com/office/officeart/2018/2/layout/IconLabelDescriptionList"/>
    <dgm:cxn modelId="{950E284B-751C-47A7-ACAF-583D17F3F209}" type="presParOf" srcId="{640A637A-CAE5-4027-9AC0-A85D7CAA6AD2}" destId="{B91719F1-D054-4BDE-93C5-0ACFC3109EEC}" srcOrd="3" destOrd="0" presId="urn:microsoft.com/office/officeart/2018/2/layout/IconLabelDescriptionList"/>
    <dgm:cxn modelId="{2B68DB9D-6F25-45AA-B9E4-64D6305A401E}" type="presParOf" srcId="{640A637A-CAE5-4027-9AC0-A85D7CAA6AD2}" destId="{F346C6CC-EF53-4A38-8A3E-1A6953C86C2E}" srcOrd="4" destOrd="0" presId="urn:microsoft.com/office/officeart/2018/2/layout/IconLabelDescriptionList"/>
    <dgm:cxn modelId="{1C3693D2-8B84-4A0A-89D5-1B9BB5703AED}" type="presParOf" srcId="{B169954A-A3B3-47E6-8E9E-0448F690415B}" destId="{04085BB3-7C3E-4D2B-808D-B7694FE6DB6F}" srcOrd="1" destOrd="0" presId="urn:microsoft.com/office/officeart/2018/2/layout/IconLabelDescriptionList"/>
    <dgm:cxn modelId="{545C92D4-5B3D-415D-BC04-172150697E23}" type="presParOf" srcId="{B169954A-A3B3-47E6-8E9E-0448F690415B}" destId="{D6EF4167-F9F1-4FCB-AEDD-EA9B8273FA9D}" srcOrd="2" destOrd="0" presId="urn:microsoft.com/office/officeart/2018/2/layout/IconLabelDescriptionList"/>
    <dgm:cxn modelId="{06248FEA-508C-4E13-BEA8-2A38124D7845}" type="presParOf" srcId="{D6EF4167-F9F1-4FCB-AEDD-EA9B8273FA9D}" destId="{CD8678BC-CBB7-4725-9366-CC34BA17DEE4}" srcOrd="0" destOrd="0" presId="urn:microsoft.com/office/officeart/2018/2/layout/IconLabelDescriptionList"/>
    <dgm:cxn modelId="{48D3C431-1130-42DD-8E0A-E0DF17ED6837}" type="presParOf" srcId="{D6EF4167-F9F1-4FCB-AEDD-EA9B8273FA9D}" destId="{BEC926E7-E6D7-4FA3-AF6A-F7F29630E325}" srcOrd="1" destOrd="0" presId="urn:microsoft.com/office/officeart/2018/2/layout/IconLabelDescriptionList"/>
    <dgm:cxn modelId="{0D6B4492-6FF9-4735-A92A-822E1EB281E8}" type="presParOf" srcId="{D6EF4167-F9F1-4FCB-AEDD-EA9B8273FA9D}" destId="{07CB3158-FF32-4D8F-ABD2-7BBCDE4BA563}" srcOrd="2" destOrd="0" presId="urn:microsoft.com/office/officeart/2018/2/layout/IconLabelDescriptionList"/>
    <dgm:cxn modelId="{EDFC0D01-22AB-4035-A40D-517D949BE0E2}" type="presParOf" srcId="{D6EF4167-F9F1-4FCB-AEDD-EA9B8273FA9D}" destId="{65DA0FE7-F592-4705-8EA9-37AD21155390}" srcOrd="3" destOrd="0" presId="urn:microsoft.com/office/officeart/2018/2/layout/IconLabelDescriptionList"/>
    <dgm:cxn modelId="{FBF1BD67-A743-4858-A5B3-BAF3973D06DE}" type="presParOf" srcId="{D6EF4167-F9F1-4FCB-AEDD-EA9B8273FA9D}" destId="{061F6B58-7870-4AF2-81DA-086BDF4E855C}"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4F8D677-BF40-4C83-9668-7241ADC00BA0}" type="doc">
      <dgm:prSet loTypeId="urn:microsoft.com/office/officeart/2018/2/layout/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1D59E37-2400-4773-B471-71D4D86C826E}">
      <dgm:prSet/>
      <dgm:spPr/>
      <dgm:t>
        <a:bodyPr/>
        <a:lstStyle/>
        <a:p>
          <a:pPr>
            <a:defRPr b="1"/>
          </a:pPr>
          <a:r>
            <a:rPr lang="en-US"/>
            <a:t>Real honeypots</a:t>
          </a:r>
        </a:p>
      </dgm:t>
    </dgm:pt>
    <dgm:pt modelId="{491330EF-6C2F-4F14-9E67-6DCE90CFC6C1}" type="parTrans" cxnId="{DA0AE34E-D586-4B75-ACC5-31316501B8D7}">
      <dgm:prSet/>
      <dgm:spPr/>
      <dgm:t>
        <a:bodyPr/>
        <a:lstStyle/>
        <a:p>
          <a:endParaRPr lang="en-US"/>
        </a:p>
      </dgm:t>
    </dgm:pt>
    <dgm:pt modelId="{F0D5C0E6-6971-47E4-84CD-A9AA29F33C16}" type="sibTrans" cxnId="{DA0AE34E-D586-4B75-ACC5-31316501B8D7}">
      <dgm:prSet/>
      <dgm:spPr/>
      <dgm:t>
        <a:bodyPr/>
        <a:lstStyle/>
        <a:p>
          <a:endParaRPr lang="en-US"/>
        </a:p>
      </dgm:t>
    </dgm:pt>
    <dgm:pt modelId="{66DC2B59-EA25-4FEE-A258-48A16330C6C6}">
      <dgm:prSet/>
      <dgm:spPr/>
      <dgm:t>
        <a:bodyPr/>
        <a:lstStyle/>
        <a:p>
          <a:r>
            <a:rPr lang="en-US"/>
            <a:t>Uses real physical devices to replicate the target system</a:t>
          </a:r>
        </a:p>
      </dgm:t>
    </dgm:pt>
    <dgm:pt modelId="{D4D6E54D-93A5-4F62-9B1E-1D416E5816C1}" type="parTrans" cxnId="{E518A787-3DBA-4C9F-8693-CB098C42A913}">
      <dgm:prSet/>
      <dgm:spPr/>
      <dgm:t>
        <a:bodyPr/>
        <a:lstStyle/>
        <a:p>
          <a:endParaRPr lang="en-US"/>
        </a:p>
      </dgm:t>
    </dgm:pt>
    <dgm:pt modelId="{D7B47309-B88A-43A8-A663-9086C132A456}" type="sibTrans" cxnId="{E518A787-3DBA-4C9F-8693-CB098C42A913}">
      <dgm:prSet/>
      <dgm:spPr/>
      <dgm:t>
        <a:bodyPr/>
        <a:lstStyle/>
        <a:p>
          <a:endParaRPr lang="en-US"/>
        </a:p>
      </dgm:t>
    </dgm:pt>
    <dgm:pt modelId="{AA02DF59-C2EC-4C1F-B791-9564B79595D9}">
      <dgm:prSet/>
      <dgm:spPr/>
      <dgm:t>
        <a:bodyPr/>
        <a:lstStyle/>
        <a:p>
          <a:r>
            <a:rPr lang="en-US"/>
            <a:t>The most realistic solution</a:t>
          </a:r>
        </a:p>
      </dgm:t>
    </dgm:pt>
    <dgm:pt modelId="{B77A9C6F-68BF-4173-9497-F3FA980A1936}" type="parTrans" cxnId="{F5AAF2C1-09D6-4F38-A65D-C07772DD0B27}">
      <dgm:prSet/>
      <dgm:spPr/>
      <dgm:t>
        <a:bodyPr/>
        <a:lstStyle/>
        <a:p>
          <a:endParaRPr lang="en-US"/>
        </a:p>
      </dgm:t>
    </dgm:pt>
    <dgm:pt modelId="{867F7C45-E84D-4C54-BF14-3071E8756A4D}" type="sibTrans" cxnId="{F5AAF2C1-09D6-4F38-A65D-C07772DD0B27}">
      <dgm:prSet/>
      <dgm:spPr/>
      <dgm:t>
        <a:bodyPr/>
        <a:lstStyle/>
        <a:p>
          <a:endParaRPr lang="en-US"/>
        </a:p>
      </dgm:t>
    </dgm:pt>
    <dgm:pt modelId="{DA9547CA-8CB0-41D5-B576-B67723C87118}">
      <dgm:prSet/>
      <dgm:spPr/>
      <dgm:t>
        <a:bodyPr/>
        <a:lstStyle/>
        <a:p>
          <a:r>
            <a:rPr lang="en-US"/>
            <a:t>Their deployment is so expensive (money, maintenance, and space)</a:t>
          </a:r>
        </a:p>
      </dgm:t>
    </dgm:pt>
    <dgm:pt modelId="{26E95F90-13BA-4B07-AC7E-1A8CFFA6BD2D}" type="parTrans" cxnId="{5A399E7E-3747-47C5-9281-2380362C0FB5}">
      <dgm:prSet/>
      <dgm:spPr/>
      <dgm:t>
        <a:bodyPr/>
        <a:lstStyle/>
        <a:p>
          <a:endParaRPr lang="en-US"/>
        </a:p>
      </dgm:t>
    </dgm:pt>
    <dgm:pt modelId="{6CF6DDE6-BA5B-49C8-8534-B7CC75FACFEE}" type="sibTrans" cxnId="{5A399E7E-3747-47C5-9281-2380362C0FB5}">
      <dgm:prSet/>
      <dgm:spPr/>
      <dgm:t>
        <a:bodyPr/>
        <a:lstStyle/>
        <a:p>
          <a:endParaRPr lang="en-US"/>
        </a:p>
      </dgm:t>
    </dgm:pt>
    <dgm:pt modelId="{C55EDB91-BD40-464C-8CCA-6BBAB1DA61FA}">
      <dgm:prSet/>
      <dgm:spPr/>
      <dgm:t>
        <a:bodyPr/>
        <a:lstStyle/>
        <a:p>
          <a:pPr>
            <a:defRPr b="1"/>
          </a:pPr>
          <a:r>
            <a:rPr lang="en-US"/>
            <a:t>Virtual honeypots</a:t>
          </a:r>
        </a:p>
      </dgm:t>
    </dgm:pt>
    <dgm:pt modelId="{9BB9A796-2048-4136-A054-A2E714BCC9BC}" type="parTrans" cxnId="{D696DA30-E609-4555-B96B-6BDCF1451523}">
      <dgm:prSet/>
      <dgm:spPr/>
      <dgm:t>
        <a:bodyPr/>
        <a:lstStyle/>
        <a:p>
          <a:endParaRPr lang="en-US"/>
        </a:p>
      </dgm:t>
    </dgm:pt>
    <dgm:pt modelId="{0EB8DA64-809C-4EF7-A222-A811E6B00506}" type="sibTrans" cxnId="{D696DA30-E609-4555-B96B-6BDCF1451523}">
      <dgm:prSet/>
      <dgm:spPr/>
      <dgm:t>
        <a:bodyPr/>
        <a:lstStyle/>
        <a:p>
          <a:endParaRPr lang="en-US"/>
        </a:p>
      </dgm:t>
    </dgm:pt>
    <dgm:pt modelId="{E1F24D3B-D751-4EFC-83F0-B03B9D4FA7C0}">
      <dgm:prSet/>
      <dgm:spPr/>
      <dgm:t>
        <a:bodyPr/>
        <a:lstStyle/>
        <a:p>
          <a:r>
            <a:rPr lang="en-US"/>
            <a:t>Utilizes virtualization technologies, such as PLC emulators, to reproduce a system</a:t>
          </a:r>
        </a:p>
      </dgm:t>
    </dgm:pt>
    <dgm:pt modelId="{BC3293B2-4983-4E21-9604-C60925B04FCB}" type="parTrans" cxnId="{4F8BADEE-55DA-4A15-A84F-A38BB7D2F392}">
      <dgm:prSet/>
      <dgm:spPr/>
      <dgm:t>
        <a:bodyPr/>
        <a:lstStyle/>
        <a:p>
          <a:endParaRPr lang="en-US"/>
        </a:p>
      </dgm:t>
    </dgm:pt>
    <dgm:pt modelId="{35C07506-6F39-496A-9AB5-46B303404958}" type="sibTrans" cxnId="{4F8BADEE-55DA-4A15-A84F-A38BB7D2F392}">
      <dgm:prSet/>
      <dgm:spPr/>
      <dgm:t>
        <a:bodyPr/>
        <a:lstStyle/>
        <a:p>
          <a:endParaRPr lang="en-US"/>
        </a:p>
      </dgm:t>
    </dgm:pt>
    <dgm:pt modelId="{03B95DE4-8AF6-49A3-9D7C-AEC42C2A87C6}">
      <dgm:prSet/>
      <dgm:spPr/>
      <dgm:t>
        <a:bodyPr/>
        <a:lstStyle/>
        <a:p>
          <a:r>
            <a:rPr lang="en-US" dirty="0"/>
            <a:t>They offer a compact, and low-cost solution</a:t>
          </a:r>
        </a:p>
      </dgm:t>
    </dgm:pt>
    <dgm:pt modelId="{C3AA18F7-727A-45C0-B790-EE20579D1523}" type="parTrans" cxnId="{5F565D4E-71A6-4742-A7F3-2FDC6D7D45E7}">
      <dgm:prSet/>
      <dgm:spPr/>
      <dgm:t>
        <a:bodyPr/>
        <a:lstStyle/>
        <a:p>
          <a:endParaRPr lang="en-US"/>
        </a:p>
      </dgm:t>
    </dgm:pt>
    <dgm:pt modelId="{BA1CC4D9-6D71-4515-B79E-069B64E28AB7}" type="sibTrans" cxnId="{5F565D4E-71A6-4742-A7F3-2FDC6D7D45E7}">
      <dgm:prSet/>
      <dgm:spPr/>
      <dgm:t>
        <a:bodyPr/>
        <a:lstStyle/>
        <a:p>
          <a:endParaRPr lang="en-US"/>
        </a:p>
      </dgm:t>
    </dgm:pt>
    <dgm:pt modelId="{8E73F982-33C8-481A-A156-7CAE27985C64}">
      <dgm:prSet/>
      <dgm:spPr/>
      <dgm:t>
        <a:bodyPr/>
        <a:lstStyle/>
        <a:p>
          <a:pPr>
            <a:defRPr b="1"/>
          </a:pPr>
          <a:r>
            <a:rPr lang="en-US"/>
            <a:t>Hybrid honeypots</a:t>
          </a:r>
        </a:p>
      </dgm:t>
    </dgm:pt>
    <dgm:pt modelId="{6F04FEE7-6BEA-447E-95B0-4A2D231F2B5D}" type="parTrans" cxnId="{DD7794DC-6196-4377-B87B-F44C2C875D8B}">
      <dgm:prSet/>
      <dgm:spPr/>
      <dgm:t>
        <a:bodyPr/>
        <a:lstStyle/>
        <a:p>
          <a:endParaRPr lang="en-US"/>
        </a:p>
      </dgm:t>
    </dgm:pt>
    <dgm:pt modelId="{FE6D9AAB-61B8-45DE-94FC-9971058D11E3}" type="sibTrans" cxnId="{DD7794DC-6196-4377-B87B-F44C2C875D8B}">
      <dgm:prSet/>
      <dgm:spPr/>
      <dgm:t>
        <a:bodyPr/>
        <a:lstStyle/>
        <a:p>
          <a:endParaRPr lang="en-US"/>
        </a:p>
      </dgm:t>
    </dgm:pt>
    <dgm:pt modelId="{8D32EB83-C1E0-4FC5-8D40-4367C89CCCA8}">
      <dgm:prSet/>
      <dgm:spPr/>
      <dgm:t>
        <a:bodyPr/>
        <a:lstStyle/>
        <a:p>
          <a:r>
            <a:rPr lang="en-US"/>
            <a:t>Include a mixture of virtual and real devices</a:t>
          </a:r>
        </a:p>
      </dgm:t>
    </dgm:pt>
    <dgm:pt modelId="{F3F0874D-047A-4068-B9CD-2B96EC9685CE}" type="parTrans" cxnId="{A6566FFE-A59C-48B1-AD55-F15F4A55C967}">
      <dgm:prSet/>
      <dgm:spPr/>
      <dgm:t>
        <a:bodyPr/>
        <a:lstStyle/>
        <a:p>
          <a:endParaRPr lang="en-US"/>
        </a:p>
      </dgm:t>
    </dgm:pt>
    <dgm:pt modelId="{2EB79E0A-CFC3-4A54-9776-6330D5CCEC2F}" type="sibTrans" cxnId="{A6566FFE-A59C-48B1-AD55-F15F4A55C967}">
      <dgm:prSet/>
      <dgm:spPr/>
      <dgm:t>
        <a:bodyPr/>
        <a:lstStyle/>
        <a:p>
          <a:endParaRPr lang="en-US"/>
        </a:p>
      </dgm:t>
    </dgm:pt>
    <dgm:pt modelId="{41BBC1E3-720A-470F-BC0E-8C5D60D8E75B}">
      <dgm:prSet/>
      <dgm:spPr/>
      <dgm:t>
        <a:bodyPr/>
        <a:lstStyle/>
        <a:p>
          <a:r>
            <a:rPr lang="en-US"/>
            <a:t>They might be interesting cost-effective solution</a:t>
          </a:r>
        </a:p>
      </dgm:t>
    </dgm:pt>
    <dgm:pt modelId="{FFCB85F7-5BE0-4178-AC3A-06D23117DE78}" type="parTrans" cxnId="{DCBDBD0A-4852-40E5-AC8A-040C0B0D19F6}">
      <dgm:prSet/>
      <dgm:spPr/>
      <dgm:t>
        <a:bodyPr/>
        <a:lstStyle/>
        <a:p>
          <a:endParaRPr lang="en-US"/>
        </a:p>
      </dgm:t>
    </dgm:pt>
    <dgm:pt modelId="{B1E3888C-0B56-4A65-9E58-77ACA0FF9798}" type="sibTrans" cxnId="{DCBDBD0A-4852-40E5-AC8A-040C0B0D19F6}">
      <dgm:prSet/>
      <dgm:spPr/>
      <dgm:t>
        <a:bodyPr/>
        <a:lstStyle/>
        <a:p>
          <a:endParaRPr lang="en-US"/>
        </a:p>
      </dgm:t>
    </dgm:pt>
    <dgm:pt modelId="{7D144CCB-BEE2-4BD9-8EAD-ACF13F5C1510}" type="pres">
      <dgm:prSet presAssocID="{84F8D677-BF40-4C83-9668-7241ADC00BA0}" presName="root" presStyleCnt="0">
        <dgm:presLayoutVars>
          <dgm:dir/>
          <dgm:resizeHandles val="exact"/>
        </dgm:presLayoutVars>
      </dgm:prSet>
      <dgm:spPr/>
    </dgm:pt>
    <dgm:pt modelId="{0C0340AD-6412-4418-BA8A-F1542D0ED3C9}" type="pres">
      <dgm:prSet presAssocID="{E1D59E37-2400-4773-B471-71D4D86C826E}" presName="compNode" presStyleCnt="0"/>
      <dgm:spPr/>
    </dgm:pt>
    <dgm:pt modelId="{7FCA2A73-78FA-4A10-B345-E6ADC4F874FD}" type="pres">
      <dgm:prSet presAssocID="{E1D59E37-2400-4773-B471-71D4D86C826E}"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8BA2C1FC-7336-40B7-995F-22689C3147B2}" type="pres">
      <dgm:prSet presAssocID="{E1D59E37-2400-4773-B471-71D4D86C826E}" presName="iconSpace" presStyleCnt="0"/>
      <dgm:spPr/>
    </dgm:pt>
    <dgm:pt modelId="{5244B255-0665-44FD-977A-A8A66FC72E50}" type="pres">
      <dgm:prSet presAssocID="{E1D59E37-2400-4773-B471-71D4D86C826E}" presName="parTx" presStyleLbl="revTx" presStyleIdx="0" presStyleCnt="6">
        <dgm:presLayoutVars>
          <dgm:chMax val="0"/>
          <dgm:chPref val="0"/>
        </dgm:presLayoutVars>
      </dgm:prSet>
      <dgm:spPr/>
    </dgm:pt>
    <dgm:pt modelId="{2FFE167D-393F-498B-8C17-CE0953822E32}" type="pres">
      <dgm:prSet presAssocID="{E1D59E37-2400-4773-B471-71D4D86C826E}" presName="txSpace" presStyleCnt="0"/>
      <dgm:spPr/>
    </dgm:pt>
    <dgm:pt modelId="{1FC74058-D5C6-4C66-9ECA-36774BCB44BA}" type="pres">
      <dgm:prSet presAssocID="{E1D59E37-2400-4773-B471-71D4D86C826E}" presName="desTx" presStyleLbl="revTx" presStyleIdx="1" presStyleCnt="6">
        <dgm:presLayoutVars/>
      </dgm:prSet>
      <dgm:spPr/>
    </dgm:pt>
    <dgm:pt modelId="{FCE855C4-0B22-4937-A98A-CB9079C0F2A0}" type="pres">
      <dgm:prSet presAssocID="{F0D5C0E6-6971-47E4-84CD-A9AA29F33C16}" presName="sibTrans" presStyleCnt="0"/>
      <dgm:spPr/>
    </dgm:pt>
    <dgm:pt modelId="{7013E026-9E62-4D23-8077-A08329594932}" type="pres">
      <dgm:prSet presAssocID="{C55EDB91-BD40-464C-8CCA-6BBAB1DA61FA}" presName="compNode" presStyleCnt="0"/>
      <dgm:spPr/>
    </dgm:pt>
    <dgm:pt modelId="{49CC12A6-400B-435C-B737-FDD0B7FAA680}" type="pres">
      <dgm:prSet presAssocID="{C55EDB91-BD40-464C-8CCA-6BBAB1DA61FA}"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grammer"/>
        </a:ext>
      </dgm:extLst>
    </dgm:pt>
    <dgm:pt modelId="{D59C4C53-AFEB-4704-A31B-4C604B49B123}" type="pres">
      <dgm:prSet presAssocID="{C55EDB91-BD40-464C-8CCA-6BBAB1DA61FA}" presName="iconSpace" presStyleCnt="0"/>
      <dgm:spPr/>
    </dgm:pt>
    <dgm:pt modelId="{75E04509-13A9-4709-A06D-B4939DCE9751}" type="pres">
      <dgm:prSet presAssocID="{C55EDB91-BD40-464C-8CCA-6BBAB1DA61FA}" presName="parTx" presStyleLbl="revTx" presStyleIdx="2" presStyleCnt="6">
        <dgm:presLayoutVars>
          <dgm:chMax val="0"/>
          <dgm:chPref val="0"/>
        </dgm:presLayoutVars>
      </dgm:prSet>
      <dgm:spPr/>
    </dgm:pt>
    <dgm:pt modelId="{8F7F25C2-ACE6-4CC6-B09B-C1150540F0C1}" type="pres">
      <dgm:prSet presAssocID="{C55EDB91-BD40-464C-8CCA-6BBAB1DA61FA}" presName="txSpace" presStyleCnt="0"/>
      <dgm:spPr/>
    </dgm:pt>
    <dgm:pt modelId="{11E75E0B-F231-4014-9C45-3E3703F52382}" type="pres">
      <dgm:prSet presAssocID="{C55EDB91-BD40-464C-8CCA-6BBAB1DA61FA}" presName="desTx" presStyleLbl="revTx" presStyleIdx="3" presStyleCnt="6">
        <dgm:presLayoutVars/>
      </dgm:prSet>
      <dgm:spPr/>
    </dgm:pt>
    <dgm:pt modelId="{60FA3253-140D-4189-AE0C-6329E12499F2}" type="pres">
      <dgm:prSet presAssocID="{0EB8DA64-809C-4EF7-A222-A811E6B00506}" presName="sibTrans" presStyleCnt="0"/>
      <dgm:spPr/>
    </dgm:pt>
    <dgm:pt modelId="{5ECDD2FD-A848-4004-8FC8-C6C552544671}" type="pres">
      <dgm:prSet presAssocID="{8E73F982-33C8-481A-A156-7CAE27985C64}" presName="compNode" presStyleCnt="0"/>
      <dgm:spPr/>
    </dgm:pt>
    <dgm:pt modelId="{ED32419F-9367-47D6-BFC1-838672A5536C}" type="pres">
      <dgm:prSet presAssocID="{8E73F982-33C8-481A-A156-7CAE27985C64}"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eb Design"/>
        </a:ext>
      </dgm:extLst>
    </dgm:pt>
    <dgm:pt modelId="{90F59F95-3F3F-4282-B05F-DE55F973A0D6}" type="pres">
      <dgm:prSet presAssocID="{8E73F982-33C8-481A-A156-7CAE27985C64}" presName="iconSpace" presStyleCnt="0"/>
      <dgm:spPr/>
    </dgm:pt>
    <dgm:pt modelId="{198A2ED6-0E81-49AB-B24E-2378F83E6744}" type="pres">
      <dgm:prSet presAssocID="{8E73F982-33C8-481A-A156-7CAE27985C64}" presName="parTx" presStyleLbl="revTx" presStyleIdx="4" presStyleCnt="6">
        <dgm:presLayoutVars>
          <dgm:chMax val="0"/>
          <dgm:chPref val="0"/>
        </dgm:presLayoutVars>
      </dgm:prSet>
      <dgm:spPr/>
    </dgm:pt>
    <dgm:pt modelId="{70D981CB-3620-4B68-9DD1-65C200F48BA8}" type="pres">
      <dgm:prSet presAssocID="{8E73F982-33C8-481A-A156-7CAE27985C64}" presName="txSpace" presStyleCnt="0"/>
      <dgm:spPr/>
    </dgm:pt>
    <dgm:pt modelId="{08358F40-64A8-417E-95EE-B6DDE7F17FD2}" type="pres">
      <dgm:prSet presAssocID="{8E73F982-33C8-481A-A156-7CAE27985C64}" presName="desTx" presStyleLbl="revTx" presStyleIdx="5" presStyleCnt="6">
        <dgm:presLayoutVars/>
      </dgm:prSet>
      <dgm:spPr/>
    </dgm:pt>
  </dgm:ptLst>
  <dgm:cxnLst>
    <dgm:cxn modelId="{F2D66207-7D62-43EB-AF6E-AD7E520E38EF}" type="presOf" srcId="{84F8D677-BF40-4C83-9668-7241ADC00BA0}" destId="{7D144CCB-BEE2-4BD9-8EAD-ACF13F5C1510}" srcOrd="0" destOrd="0" presId="urn:microsoft.com/office/officeart/2018/2/layout/IconLabelDescriptionList"/>
    <dgm:cxn modelId="{DCBDBD0A-4852-40E5-AC8A-040C0B0D19F6}" srcId="{8E73F982-33C8-481A-A156-7CAE27985C64}" destId="{41BBC1E3-720A-470F-BC0E-8C5D60D8E75B}" srcOrd="1" destOrd="0" parTransId="{FFCB85F7-5BE0-4178-AC3A-06D23117DE78}" sibTransId="{B1E3888C-0B56-4A65-9E58-77ACA0FF9798}"/>
    <dgm:cxn modelId="{D696DA30-E609-4555-B96B-6BDCF1451523}" srcId="{84F8D677-BF40-4C83-9668-7241ADC00BA0}" destId="{C55EDB91-BD40-464C-8CCA-6BBAB1DA61FA}" srcOrd="1" destOrd="0" parTransId="{9BB9A796-2048-4136-A054-A2E714BCC9BC}" sibTransId="{0EB8DA64-809C-4EF7-A222-A811E6B00506}"/>
    <dgm:cxn modelId="{E3FD7A33-1E14-44AB-9C4F-CE7BA2787F84}" type="presOf" srcId="{41BBC1E3-720A-470F-BC0E-8C5D60D8E75B}" destId="{08358F40-64A8-417E-95EE-B6DDE7F17FD2}" srcOrd="0" destOrd="1" presId="urn:microsoft.com/office/officeart/2018/2/layout/IconLabelDescriptionList"/>
    <dgm:cxn modelId="{171B923B-B670-426F-98D2-DDF078CBCB44}" type="presOf" srcId="{8E73F982-33C8-481A-A156-7CAE27985C64}" destId="{198A2ED6-0E81-49AB-B24E-2378F83E6744}" srcOrd="0" destOrd="0" presId="urn:microsoft.com/office/officeart/2018/2/layout/IconLabelDescriptionList"/>
    <dgm:cxn modelId="{35233B46-A579-4050-81C1-C797DFB8248E}" type="presOf" srcId="{03B95DE4-8AF6-49A3-9D7C-AEC42C2A87C6}" destId="{11E75E0B-F231-4014-9C45-3E3703F52382}" srcOrd="0" destOrd="1" presId="urn:microsoft.com/office/officeart/2018/2/layout/IconLabelDescriptionList"/>
    <dgm:cxn modelId="{5F565D4E-71A6-4742-A7F3-2FDC6D7D45E7}" srcId="{C55EDB91-BD40-464C-8CCA-6BBAB1DA61FA}" destId="{03B95DE4-8AF6-49A3-9D7C-AEC42C2A87C6}" srcOrd="1" destOrd="0" parTransId="{C3AA18F7-727A-45C0-B790-EE20579D1523}" sibTransId="{BA1CC4D9-6D71-4515-B79E-069B64E28AB7}"/>
    <dgm:cxn modelId="{DA0AE34E-D586-4B75-ACC5-31316501B8D7}" srcId="{84F8D677-BF40-4C83-9668-7241ADC00BA0}" destId="{E1D59E37-2400-4773-B471-71D4D86C826E}" srcOrd="0" destOrd="0" parTransId="{491330EF-6C2F-4F14-9E67-6DCE90CFC6C1}" sibTransId="{F0D5C0E6-6971-47E4-84CD-A9AA29F33C16}"/>
    <dgm:cxn modelId="{5A399E7E-3747-47C5-9281-2380362C0FB5}" srcId="{E1D59E37-2400-4773-B471-71D4D86C826E}" destId="{DA9547CA-8CB0-41D5-B576-B67723C87118}" srcOrd="2" destOrd="0" parTransId="{26E95F90-13BA-4B07-AC7E-1A8CFFA6BD2D}" sibTransId="{6CF6DDE6-BA5B-49C8-8534-B7CC75FACFEE}"/>
    <dgm:cxn modelId="{09A50F84-C766-4D55-B941-EAD5371C3CB4}" type="presOf" srcId="{66DC2B59-EA25-4FEE-A258-48A16330C6C6}" destId="{1FC74058-D5C6-4C66-9ECA-36774BCB44BA}" srcOrd="0" destOrd="0" presId="urn:microsoft.com/office/officeart/2018/2/layout/IconLabelDescriptionList"/>
    <dgm:cxn modelId="{E518A787-3DBA-4C9F-8693-CB098C42A913}" srcId="{E1D59E37-2400-4773-B471-71D4D86C826E}" destId="{66DC2B59-EA25-4FEE-A258-48A16330C6C6}" srcOrd="0" destOrd="0" parTransId="{D4D6E54D-93A5-4F62-9B1E-1D416E5816C1}" sibTransId="{D7B47309-B88A-43A8-A663-9086C132A456}"/>
    <dgm:cxn modelId="{8631FE8F-7DEB-47F3-ACF4-30CA047F0239}" type="presOf" srcId="{DA9547CA-8CB0-41D5-B576-B67723C87118}" destId="{1FC74058-D5C6-4C66-9ECA-36774BCB44BA}" srcOrd="0" destOrd="2" presId="urn:microsoft.com/office/officeart/2018/2/layout/IconLabelDescriptionList"/>
    <dgm:cxn modelId="{ADD7F5B0-9F86-4769-BC04-92A975A4B275}" type="presOf" srcId="{E1D59E37-2400-4773-B471-71D4D86C826E}" destId="{5244B255-0665-44FD-977A-A8A66FC72E50}" srcOrd="0" destOrd="0" presId="urn:microsoft.com/office/officeart/2018/2/layout/IconLabelDescriptionList"/>
    <dgm:cxn modelId="{F5AAF2C1-09D6-4F38-A65D-C07772DD0B27}" srcId="{E1D59E37-2400-4773-B471-71D4D86C826E}" destId="{AA02DF59-C2EC-4C1F-B791-9564B79595D9}" srcOrd="1" destOrd="0" parTransId="{B77A9C6F-68BF-4173-9497-F3FA980A1936}" sibTransId="{867F7C45-E84D-4C54-BF14-3071E8756A4D}"/>
    <dgm:cxn modelId="{373918C9-7900-4254-86DF-D66FA2552A71}" type="presOf" srcId="{AA02DF59-C2EC-4C1F-B791-9564B79595D9}" destId="{1FC74058-D5C6-4C66-9ECA-36774BCB44BA}" srcOrd="0" destOrd="1" presId="urn:microsoft.com/office/officeart/2018/2/layout/IconLabelDescriptionList"/>
    <dgm:cxn modelId="{BE8DC5CB-785B-4126-B4B8-99F58184DE6E}" type="presOf" srcId="{8D32EB83-C1E0-4FC5-8D40-4367C89CCCA8}" destId="{08358F40-64A8-417E-95EE-B6DDE7F17FD2}" srcOrd="0" destOrd="0" presId="urn:microsoft.com/office/officeart/2018/2/layout/IconLabelDescriptionList"/>
    <dgm:cxn modelId="{2A8FBCD8-6781-447E-AA65-641C47893640}" type="presOf" srcId="{C55EDB91-BD40-464C-8CCA-6BBAB1DA61FA}" destId="{75E04509-13A9-4709-A06D-B4939DCE9751}" srcOrd="0" destOrd="0" presId="urn:microsoft.com/office/officeart/2018/2/layout/IconLabelDescriptionList"/>
    <dgm:cxn modelId="{DD7794DC-6196-4377-B87B-F44C2C875D8B}" srcId="{84F8D677-BF40-4C83-9668-7241ADC00BA0}" destId="{8E73F982-33C8-481A-A156-7CAE27985C64}" srcOrd="2" destOrd="0" parTransId="{6F04FEE7-6BEA-447E-95B0-4A2D231F2B5D}" sibTransId="{FE6D9AAB-61B8-45DE-94FC-9971058D11E3}"/>
    <dgm:cxn modelId="{4F8BADEE-55DA-4A15-A84F-A38BB7D2F392}" srcId="{C55EDB91-BD40-464C-8CCA-6BBAB1DA61FA}" destId="{E1F24D3B-D751-4EFC-83F0-B03B9D4FA7C0}" srcOrd="0" destOrd="0" parTransId="{BC3293B2-4983-4E21-9604-C60925B04FCB}" sibTransId="{35C07506-6F39-496A-9AB5-46B303404958}"/>
    <dgm:cxn modelId="{71484AF9-8C85-4CF7-BB2D-A09BC6A118B8}" type="presOf" srcId="{E1F24D3B-D751-4EFC-83F0-B03B9D4FA7C0}" destId="{11E75E0B-F231-4014-9C45-3E3703F52382}" srcOrd="0" destOrd="0" presId="urn:microsoft.com/office/officeart/2018/2/layout/IconLabelDescriptionList"/>
    <dgm:cxn modelId="{A6566FFE-A59C-48B1-AD55-F15F4A55C967}" srcId="{8E73F982-33C8-481A-A156-7CAE27985C64}" destId="{8D32EB83-C1E0-4FC5-8D40-4367C89CCCA8}" srcOrd="0" destOrd="0" parTransId="{F3F0874D-047A-4068-B9CD-2B96EC9685CE}" sibTransId="{2EB79E0A-CFC3-4A54-9776-6330D5CCEC2F}"/>
    <dgm:cxn modelId="{2B28FED7-AD84-40EB-9779-FA03DEBC1A83}" type="presParOf" srcId="{7D144CCB-BEE2-4BD9-8EAD-ACF13F5C1510}" destId="{0C0340AD-6412-4418-BA8A-F1542D0ED3C9}" srcOrd="0" destOrd="0" presId="urn:microsoft.com/office/officeart/2018/2/layout/IconLabelDescriptionList"/>
    <dgm:cxn modelId="{B3691971-27B2-4400-BBCA-22C4B9FA2328}" type="presParOf" srcId="{0C0340AD-6412-4418-BA8A-F1542D0ED3C9}" destId="{7FCA2A73-78FA-4A10-B345-E6ADC4F874FD}" srcOrd="0" destOrd="0" presId="urn:microsoft.com/office/officeart/2018/2/layout/IconLabelDescriptionList"/>
    <dgm:cxn modelId="{EEC490EA-D998-4CC4-9332-C9A24A8B021C}" type="presParOf" srcId="{0C0340AD-6412-4418-BA8A-F1542D0ED3C9}" destId="{8BA2C1FC-7336-40B7-995F-22689C3147B2}" srcOrd="1" destOrd="0" presId="urn:microsoft.com/office/officeart/2018/2/layout/IconLabelDescriptionList"/>
    <dgm:cxn modelId="{7D2FED6E-D5AD-48B2-8251-D63646B826EB}" type="presParOf" srcId="{0C0340AD-6412-4418-BA8A-F1542D0ED3C9}" destId="{5244B255-0665-44FD-977A-A8A66FC72E50}" srcOrd="2" destOrd="0" presId="urn:microsoft.com/office/officeart/2018/2/layout/IconLabelDescriptionList"/>
    <dgm:cxn modelId="{F5AACCD9-B048-423B-A374-802F4B6A32DD}" type="presParOf" srcId="{0C0340AD-6412-4418-BA8A-F1542D0ED3C9}" destId="{2FFE167D-393F-498B-8C17-CE0953822E32}" srcOrd="3" destOrd="0" presId="urn:microsoft.com/office/officeart/2018/2/layout/IconLabelDescriptionList"/>
    <dgm:cxn modelId="{A4F634E5-C112-4461-9807-FBE6E7A4B099}" type="presParOf" srcId="{0C0340AD-6412-4418-BA8A-F1542D0ED3C9}" destId="{1FC74058-D5C6-4C66-9ECA-36774BCB44BA}" srcOrd="4" destOrd="0" presId="urn:microsoft.com/office/officeart/2018/2/layout/IconLabelDescriptionList"/>
    <dgm:cxn modelId="{9AF815ED-79A9-49E5-8A9A-680D9FACB24A}" type="presParOf" srcId="{7D144CCB-BEE2-4BD9-8EAD-ACF13F5C1510}" destId="{FCE855C4-0B22-4937-A98A-CB9079C0F2A0}" srcOrd="1" destOrd="0" presId="urn:microsoft.com/office/officeart/2018/2/layout/IconLabelDescriptionList"/>
    <dgm:cxn modelId="{6427BBF9-B0D3-4EF9-9885-2E2B99E610A9}" type="presParOf" srcId="{7D144CCB-BEE2-4BD9-8EAD-ACF13F5C1510}" destId="{7013E026-9E62-4D23-8077-A08329594932}" srcOrd="2" destOrd="0" presId="urn:microsoft.com/office/officeart/2018/2/layout/IconLabelDescriptionList"/>
    <dgm:cxn modelId="{4B6DECDA-6FC6-4675-9FEB-A0B482E78581}" type="presParOf" srcId="{7013E026-9E62-4D23-8077-A08329594932}" destId="{49CC12A6-400B-435C-B737-FDD0B7FAA680}" srcOrd="0" destOrd="0" presId="urn:microsoft.com/office/officeart/2018/2/layout/IconLabelDescriptionList"/>
    <dgm:cxn modelId="{E5A0E3C5-0107-4A0A-83D1-FE25055E388E}" type="presParOf" srcId="{7013E026-9E62-4D23-8077-A08329594932}" destId="{D59C4C53-AFEB-4704-A31B-4C604B49B123}" srcOrd="1" destOrd="0" presId="urn:microsoft.com/office/officeart/2018/2/layout/IconLabelDescriptionList"/>
    <dgm:cxn modelId="{A4862925-FD00-482D-B875-A415A07F60CD}" type="presParOf" srcId="{7013E026-9E62-4D23-8077-A08329594932}" destId="{75E04509-13A9-4709-A06D-B4939DCE9751}" srcOrd="2" destOrd="0" presId="urn:microsoft.com/office/officeart/2018/2/layout/IconLabelDescriptionList"/>
    <dgm:cxn modelId="{92E70DB3-DD16-4B77-9BB1-26E6F68DCF3F}" type="presParOf" srcId="{7013E026-9E62-4D23-8077-A08329594932}" destId="{8F7F25C2-ACE6-4CC6-B09B-C1150540F0C1}" srcOrd="3" destOrd="0" presId="urn:microsoft.com/office/officeart/2018/2/layout/IconLabelDescriptionList"/>
    <dgm:cxn modelId="{16934AD6-1289-4482-96F6-04EE23C7D5A7}" type="presParOf" srcId="{7013E026-9E62-4D23-8077-A08329594932}" destId="{11E75E0B-F231-4014-9C45-3E3703F52382}" srcOrd="4" destOrd="0" presId="urn:microsoft.com/office/officeart/2018/2/layout/IconLabelDescriptionList"/>
    <dgm:cxn modelId="{DBC708DD-C0CF-4678-B86C-685C5D793242}" type="presParOf" srcId="{7D144CCB-BEE2-4BD9-8EAD-ACF13F5C1510}" destId="{60FA3253-140D-4189-AE0C-6329E12499F2}" srcOrd="3" destOrd="0" presId="urn:microsoft.com/office/officeart/2018/2/layout/IconLabelDescriptionList"/>
    <dgm:cxn modelId="{417A7520-D11E-42A1-BC15-238A9D8B5BE6}" type="presParOf" srcId="{7D144CCB-BEE2-4BD9-8EAD-ACF13F5C1510}" destId="{5ECDD2FD-A848-4004-8FC8-C6C552544671}" srcOrd="4" destOrd="0" presId="urn:microsoft.com/office/officeart/2018/2/layout/IconLabelDescriptionList"/>
    <dgm:cxn modelId="{51ACD00D-E0F0-4558-A512-9A22ACB0AFA3}" type="presParOf" srcId="{5ECDD2FD-A848-4004-8FC8-C6C552544671}" destId="{ED32419F-9367-47D6-BFC1-838672A5536C}" srcOrd="0" destOrd="0" presId="urn:microsoft.com/office/officeart/2018/2/layout/IconLabelDescriptionList"/>
    <dgm:cxn modelId="{87D0A527-E99D-4502-9B67-C781B0CDE77D}" type="presParOf" srcId="{5ECDD2FD-A848-4004-8FC8-C6C552544671}" destId="{90F59F95-3F3F-4282-B05F-DE55F973A0D6}" srcOrd="1" destOrd="0" presId="urn:microsoft.com/office/officeart/2018/2/layout/IconLabelDescriptionList"/>
    <dgm:cxn modelId="{8CF35D72-F7F0-4139-96DC-F07575689746}" type="presParOf" srcId="{5ECDD2FD-A848-4004-8FC8-C6C552544671}" destId="{198A2ED6-0E81-49AB-B24E-2378F83E6744}" srcOrd="2" destOrd="0" presId="urn:microsoft.com/office/officeart/2018/2/layout/IconLabelDescriptionList"/>
    <dgm:cxn modelId="{BAEC1289-AD5B-42E9-9884-B78491AE32EB}" type="presParOf" srcId="{5ECDD2FD-A848-4004-8FC8-C6C552544671}" destId="{70D981CB-3620-4B68-9DD1-65C200F48BA8}" srcOrd="3" destOrd="0" presId="urn:microsoft.com/office/officeart/2018/2/layout/IconLabelDescriptionList"/>
    <dgm:cxn modelId="{8BDA46A6-21FD-48AC-AC0F-EE6A00FE4E57}" type="presParOf" srcId="{5ECDD2FD-A848-4004-8FC8-C6C552544671}" destId="{08358F40-64A8-417E-95EE-B6DDE7F17FD2}"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F375069-B4E6-464A-9CCD-2054288232B4}" type="doc">
      <dgm:prSet loTypeId="urn:microsoft.com/office/officeart/2018/5/layout/Centered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C81AC310-0DAC-4B02-A14F-0894296F4C8F}">
      <dgm:prSet/>
      <dgm:spPr/>
      <dgm:t>
        <a:bodyPr/>
        <a:lstStyle/>
        <a:p>
          <a:pPr>
            <a:defRPr b="1"/>
          </a:pPr>
          <a:r>
            <a:rPr lang="en-US"/>
            <a:t>Server-based</a:t>
          </a:r>
        </a:p>
      </dgm:t>
    </dgm:pt>
    <dgm:pt modelId="{B3F40A6A-D229-4E1B-B87F-D3CBDFDBE249}" type="parTrans" cxnId="{338E0301-9471-4ED8-9C86-0B3BF934E053}">
      <dgm:prSet/>
      <dgm:spPr/>
      <dgm:t>
        <a:bodyPr/>
        <a:lstStyle/>
        <a:p>
          <a:endParaRPr lang="en-US"/>
        </a:p>
      </dgm:t>
    </dgm:pt>
    <dgm:pt modelId="{47EAB69F-4B6D-4721-BA93-7942C8DB309B}" type="sibTrans" cxnId="{338E0301-9471-4ED8-9C86-0B3BF934E053}">
      <dgm:prSet/>
      <dgm:spPr/>
      <dgm:t>
        <a:bodyPr/>
        <a:lstStyle/>
        <a:p>
          <a:endParaRPr lang="en-US"/>
        </a:p>
      </dgm:t>
    </dgm:pt>
    <dgm:pt modelId="{25EEA832-8F6A-419E-A0E5-BBE36914657A}">
      <dgm:prSet/>
      <dgm:spPr/>
      <dgm:t>
        <a:bodyPr/>
        <a:lstStyle/>
        <a:p>
          <a:r>
            <a:rPr lang="en-US"/>
            <a:t>Expose, over an insecure channel, a number of vulnerable services, that are passively listen to well-known ports</a:t>
          </a:r>
        </a:p>
      </dgm:t>
    </dgm:pt>
    <dgm:pt modelId="{960D6C56-5C2F-4CE7-BF81-8278D1B8FF8F}" type="parTrans" cxnId="{62C58E5D-8326-444B-B15A-7C798008B646}">
      <dgm:prSet/>
      <dgm:spPr/>
      <dgm:t>
        <a:bodyPr/>
        <a:lstStyle/>
        <a:p>
          <a:endParaRPr lang="en-US"/>
        </a:p>
      </dgm:t>
    </dgm:pt>
    <dgm:pt modelId="{1105B30D-6314-4EDF-AECE-E1D4356E0E26}" type="sibTrans" cxnId="{62C58E5D-8326-444B-B15A-7C798008B646}">
      <dgm:prSet/>
      <dgm:spPr/>
      <dgm:t>
        <a:bodyPr/>
        <a:lstStyle/>
        <a:p>
          <a:endParaRPr lang="en-US"/>
        </a:p>
      </dgm:t>
    </dgm:pt>
    <dgm:pt modelId="{9C39EDEB-2EE1-4A5C-BBF9-F3274DFDEA01}">
      <dgm:prSet/>
      <dgm:spPr/>
      <dgm:t>
        <a:bodyPr/>
        <a:lstStyle/>
        <a:p>
          <a:r>
            <a:rPr lang="en-US"/>
            <a:t>It is passively waiting to be attacked</a:t>
          </a:r>
        </a:p>
      </dgm:t>
    </dgm:pt>
    <dgm:pt modelId="{59CA39BC-829A-4B9B-A20B-2EFAF7FABEC1}" type="parTrans" cxnId="{A3780CB8-5D83-49CE-9BB9-8479BA29D120}">
      <dgm:prSet/>
      <dgm:spPr/>
      <dgm:t>
        <a:bodyPr/>
        <a:lstStyle/>
        <a:p>
          <a:endParaRPr lang="en-US"/>
        </a:p>
      </dgm:t>
    </dgm:pt>
    <dgm:pt modelId="{66B33526-3332-46AD-A721-62A15850D025}" type="sibTrans" cxnId="{A3780CB8-5D83-49CE-9BB9-8479BA29D120}">
      <dgm:prSet/>
      <dgm:spPr/>
      <dgm:t>
        <a:bodyPr/>
        <a:lstStyle/>
        <a:p>
          <a:endParaRPr lang="en-US"/>
        </a:p>
      </dgm:t>
    </dgm:pt>
    <dgm:pt modelId="{629E04E9-8712-4361-8CB3-3F0584A80F02}">
      <dgm:prSet/>
      <dgm:spPr/>
      <dgm:t>
        <a:bodyPr/>
        <a:lstStyle/>
        <a:p>
          <a:pPr>
            <a:defRPr b="1"/>
          </a:pPr>
          <a:r>
            <a:rPr lang="en-US"/>
            <a:t>Client-based honeypot</a:t>
          </a:r>
        </a:p>
      </dgm:t>
    </dgm:pt>
    <dgm:pt modelId="{D702F65F-A215-4E9A-BFF2-B4CFA293F7BA}" type="parTrans" cxnId="{E1694F68-B75E-4403-B1D9-7ECF3B75E0EB}">
      <dgm:prSet/>
      <dgm:spPr/>
      <dgm:t>
        <a:bodyPr/>
        <a:lstStyle/>
        <a:p>
          <a:endParaRPr lang="en-US"/>
        </a:p>
      </dgm:t>
    </dgm:pt>
    <dgm:pt modelId="{A56012EC-D9E9-4779-B14D-42D7982F3FAC}" type="sibTrans" cxnId="{E1694F68-B75E-4403-B1D9-7ECF3B75E0EB}">
      <dgm:prSet/>
      <dgm:spPr/>
      <dgm:t>
        <a:bodyPr/>
        <a:lstStyle/>
        <a:p>
          <a:endParaRPr lang="en-US"/>
        </a:p>
      </dgm:t>
    </dgm:pt>
    <dgm:pt modelId="{67F66455-4211-4933-846F-CCCEE56F2C78}">
      <dgm:prSet/>
      <dgm:spPr/>
      <dgm:t>
        <a:bodyPr/>
        <a:lstStyle/>
        <a:p>
          <a:r>
            <a:rPr lang="en-US"/>
            <a:t>Act as vulnerable client application, such as a web-browser</a:t>
          </a:r>
        </a:p>
      </dgm:t>
    </dgm:pt>
    <dgm:pt modelId="{D88B566A-4468-4C11-829E-B42BB9F9F751}" type="parTrans" cxnId="{CAA819ED-5D8E-4D66-A41F-1EEFA84BB9D4}">
      <dgm:prSet/>
      <dgm:spPr/>
      <dgm:t>
        <a:bodyPr/>
        <a:lstStyle/>
        <a:p>
          <a:endParaRPr lang="en-US"/>
        </a:p>
      </dgm:t>
    </dgm:pt>
    <dgm:pt modelId="{A127AB0D-E7CD-4BFB-B65E-01257EF50912}" type="sibTrans" cxnId="{CAA819ED-5D8E-4D66-A41F-1EEFA84BB9D4}">
      <dgm:prSet/>
      <dgm:spPr/>
      <dgm:t>
        <a:bodyPr/>
        <a:lstStyle/>
        <a:p>
          <a:endParaRPr lang="en-US"/>
        </a:p>
      </dgm:t>
    </dgm:pt>
    <dgm:pt modelId="{E64686AD-A828-4087-AF6F-3A80CD7909CD}">
      <dgm:prSet/>
      <dgm:spPr/>
      <dgm:t>
        <a:bodyPr/>
        <a:lstStyle/>
        <a:p>
          <a:r>
            <a:rPr lang="en-US"/>
            <a:t>It actively looks for an attack from a malicious webserver</a:t>
          </a:r>
        </a:p>
      </dgm:t>
    </dgm:pt>
    <dgm:pt modelId="{5CADA9D9-4773-40BF-BFDD-821AF672A987}" type="parTrans" cxnId="{74397073-061D-4BBA-80F4-241D176C796E}">
      <dgm:prSet/>
      <dgm:spPr/>
      <dgm:t>
        <a:bodyPr/>
        <a:lstStyle/>
        <a:p>
          <a:endParaRPr lang="en-US"/>
        </a:p>
      </dgm:t>
    </dgm:pt>
    <dgm:pt modelId="{8C248594-1403-4286-BB0A-7E17BECD90C1}" type="sibTrans" cxnId="{74397073-061D-4BBA-80F4-241D176C796E}">
      <dgm:prSet/>
      <dgm:spPr/>
      <dgm:t>
        <a:bodyPr/>
        <a:lstStyle/>
        <a:p>
          <a:endParaRPr lang="en-US"/>
        </a:p>
      </dgm:t>
    </dgm:pt>
    <dgm:pt modelId="{A344E270-6DF4-4980-B2B3-CB21C3BD7319}" type="pres">
      <dgm:prSet presAssocID="{3F375069-B4E6-464A-9CCD-2054288232B4}" presName="root" presStyleCnt="0">
        <dgm:presLayoutVars>
          <dgm:dir/>
          <dgm:resizeHandles val="exact"/>
        </dgm:presLayoutVars>
      </dgm:prSet>
      <dgm:spPr/>
    </dgm:pt>
    <dgm:pt modelId="{A005AFFA-F43F-460D-8A01-FFA917A903E6}" type="pres">
      <dgm:prSet presAssocID="{C81AC310-0DAC-4B02-A14F-0894296F4C8F}" presName="compNode" presStyleCnt="0"/>
      <dgm:spPr/>
    </dgm:pt>
    <dgm:pt modelId="{A287BF6D-6D1E-4DDD-B657-8056F08BFD74}" type="pres">
      <dgm:prSet presAssocID="{C81AC310-0DAC-4B02-A14F-0894296F4C8F}"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nlock"/>
        </a:ext>
      </dgm:extLst>
    </dgm:pt>
    <dgm:pt modelId="{F31DB8BC-8C09-46EC-8C0B-B6B9EDF063FB}" type="pres">
      <dgm:prSet presAssocID="{C81AC310-0DAC-4B02-A14F-0894296F4C8F}" presName="iconSpace" presStyleCnt="0"/>
      <dgm:spPr/>
    </dgm:pt>
    <dgm:pt modelId="{7DE23BBC-0E5C-4029-B04F-348B7F13133C}" type="pres">
      <dgm:prSet presAssocID="{C81AC310-0DAC-4B02-A14F-0894296F4C8F}" presName="parTx" presStyleLbl="revTx" presStyleIdx="0" presStyleCnt="4">
        <dgm:presLayoutVars>
          <dgm:chMax val="0"/>
          <dgm:chPref val="0"/>
        </dgm:presLayoutVars>
      </dgm:prSet>
      <dgm:spPr/>
    </dgm:pt>
    <dgm:pt modelId="{6D2D5B51-16A9-4991-A89F-F9531ED76E48}" type="pres">
      <dgm:prSet presAssocID="{C81AC310-0DAC-4B02-A14F-0894296F4C8F}" presName="txSpace" presStyleCnt="0"/>
      <dgm:spPr/>
    </dgm:pt>
    <dgm:pt modelId="{AC0C8718-82F8-4ED1-80E2-F47D87FB3125}" type="pres">
      <dgm:prSet presAssocID="{C81AC310-0DAC-4B02-A14F-0894296F4C8F}" presName="desTx" presStyleLbl="revTx" presStyleIdx="1" presStyleCnt="4">
        <dgm:presLayoutVars/>
      </dgm:prSet>
      <dgm:spPr/>
    </dgm:pt>
    <dgm:pt modelId="{2265D0E0-1FBD-43DE-8D09-FE5A2C780CF3}" type="pres">
      <dgm:prSet presAssocID="{47EAB69F-4B6D-4721-BA93-7942C8DB309B}" presName="sibTrans" presStyleCnt="0"/>
      <dgm:spPr/>
    </dgm:pt>
    <dgm:pt modelId="{6ADB670C-8B71-498B-8E99-CAE2558E5A62}" type="pres">
      <dgm:prSet presAssocID="{629E04E9-8712-4361-8CB3-3F0584A80F02}" presName="compNode" presStyleCnt="0"/>
      <dgm:spPr/>
    </dgm:pt>
    <dgm:pt modelId="{9A93E20C-B477-41CA-98E8-1F15A1B0BBF5}" type="pres">
      <dgm:prSet presAssocID="{629E04E9-8712-4361-8CB3-3F0584A80F02}"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grammer"/>
        </a:ext>
      </dgm:extLst>
    </dgm:pt>
    <dgm:pt modelId="{CC2240B1-5C9A-4F9C-8E12-B67C9C47056D}" type="pres">
      <dgm:prSet presAssocID="{629E04E9-8712-4361-8CB3-3F0584A80F02}" presName="iconSpace" presStyleCnt="0"/>
      <dgm:spPr/>
    </dgm:pt>
    <dgm:pt modelId="{BF27E932-2DE3-4491-9171-F09B2619A05F}" type="pres">
      <dgm:prSet presAssocID="{629E04E9-8712-4361-8CB3-3F0584A80F02}" presName="parTx" presStyleLbl="revTx" presStyleIdx="2" presStyleCnt="4">
        <dgm:presLayoutVars>
          <dgm:chMax val="0"/>
          <dgm:chPref val="0"/>
        </dgm:presLayoutVars>
      </dgm:prSet>
      <dgm:spPr/>
    </dgm:pt>
    <dgm:pt modelId="{2F2F80D9-F332-4BC1-B00C-AD9735CD45D8}" type="pres">
      <dgm:prSet presAssocID="{629E04E9-8712-4361-8CB3-3F0584A80F02}" presName="txSpace" presStyleCnt="0"/>
      <dgm:spPr/>
    </dgm:pt>
    <dgm:pt modelId="{AE32D7B4-7B0E-4562-B18E-8B069B013218}" type="pres">
      <dgm:prSet presAssocID="{629E04E9-8712-4361-8CB3-3F0584A80F02}" presName="desTx" presStyleLbl="revTx" presStyleIdx="3" presStyleCnt="4">
        <dgm:presLayoutVars/>
      </dgm:prSet>
      <dgm:spPr/>
    </dgm:pt>
  </dgm:ptLst>
  <dgm:cxnLst>
    <dgm:cxn modelId="{338E0301-9471-4ED8-9C86-0B3BF934E053}" srcId="{3F375069-B4E6-464A-9CCD-2054288232B4}" destId="{C81AC310-0DAC-4B02-A14F-0894296F4C8F}" srcOrd="0" destOrd="0" parTransId="{B3F40A6A-D229-4E1B-B87F-D3CBDFDBE249}" sibTransId="{47EAB69F-4B6D-4721-BA93-7942C8DB309B}"/>
    <dgm:cxn modelId="{0A81DA0E-B14A-45CC-8B2C-15C96ACB29D7}" type="presOf" srcId="{E64686AD-A828-4087-AF6F-3A80CD7909CD}" destId="{AE32D7B4-7B0E-4562-B18E-8B069B013218}" srcOrd="0" destOrd="1" presId="urn:microsoft.com/office/officeart/2018/5/layout/CenteredIconLabelDescriptionList"/>
    <dgm:cxn modelId="{0D27FA2F-2FD8-46DA-9081-862F502F469B}" type="presOf" srcId="{C81AC310-0DAC-4B02-A14F-0894296F4C8F}" destId="{7DE23BBC-0E5C-4029-B04F-348B7F13133C}" srcOrd="0" destOrd="0" presId="urn:microsoft.com/office/officeart/2018/5/layout/CenteredIconLabelDescriptionList"/>
    <dgm:cxn modelId="{5BC3E832-8D5F-40AE-8960-8DF4C7EA445E}" type="presOf" srcId="{9C39EDEB-2EE1-4A5C-BBF9-F3274DFDEA01}" destId="{AC0C8718-82F8-4ED1-80E2-F47D87FB3125}" srcOrd="0" destOrd="1" presId="urn:microsoft.com/office/officeart/2018/5/layout/CenteredIconLabelDescriptionList"/>
    <dgm:cxn modelId="{62C58E5D-8326-444B-B15A-7C798008B646}" srcId="{C81AC310-0DAC-4B02-A14F-0894296F4C8F}" destId="{25EEA832-8F6A-419E-A0E5-BBE36914657A}" srcOrd="0" destOrd="0" parTransId="{960D6C56-5C2F-4CE7-BF81-8278D1B8FF8F}" sibTransId="{1105B30D-6314-4EDF-AECE-E1D4356E0E26}"/>
    <dgm:cxn modelId="{E1694F68-B75E-4403-B1D9-7ECF3B75E0EB}" srcId="{3F375069-B4E6-464A-9CCD-2054288232B4}" destId="{629E04E9-8712-4361-8CB3-3F0584A80F02}" srcOrd="1" destOrd="0" parTransId="{D702F65F-A215-4E9A-BFF2-B4CFA293F7BA}" sibTransId="{A56012EC-D9E9-4779-B14D-42D7982F3FAC}"/>
    <dgm:cxn modelId="{74397073-061D-4BBA-80F4-241D176C796E}" srcId="{629E04E9-8712-4361-8CB3-3F0584A80F02}" destId="{E64686AD-A828-4087-AF6F-3A80CD7909CD}" srcOrd="1" destOrd="0" parTransId="{5CADA9D9-4773-40BF-BFDD-821AF672A987}" sibTransId="{8C248594-1403-4286-BB0A-7E17BECD90C1}"/>
    <dgm:cxn modelId="{A1F29584-39C7-458C-9FF6-813463CFF3D8}" type="presOf" srcId="{629E04E9-8712-4361-8CB3-3F0584A80F02}" destId="{BF27E932-2DE3-4491-9171-F09B2619A05F}" srcOrd="0" destOrd="0" presId="urn:microsoft.com/office/officeart/2018/5/layout/CenteredIconLabelDescriptionList"/>
    <dgm:cxn modelId="{33C0289E-0522-47A6-803D-84B1481C39C8}" type="presOf" srcId="{67F66455-4211-4933-846F-CCCEE56F2C78}" destId="{AE32D7B4-7B0E-4562-B18E-8B069B013218}" srcOrd="0" destOrd="0" presId="urn:microsoft.com/office/officeart/2018/5/layout/CenteredIconLabelDescriptionList"/>
    <dgm:cxn modelId="{AF83F6B0-ABD0-45DB-9F57-C977F66F1717}" type="presOf" srcId="{25EEA832-8F6A-419E-A0E5-BBE36914657A}" destId="{AC0C8718-82F8-4ED1-80E2-F47D87FB3125}" srcOrd="0" destOrd="0" presId="urn:microsoft.com/office/officeart/2018/5/layout/CenteredIconLabelDescriptionList"/>
    <dgm:cxn modelId="{A3780CB8-5D83-49CE-9BB9-8479BA29D120}" srcId="{C81AC310-0DAC-4B02-A14F-0894296F4C8F}" destId="{9C39EDEB-2EE1-4A5C-BBF9-F3274DFDEA01}" srcOrd="1" destOrd="0" parTransId="{59CA39BC-829A-4B9B-A20B-2EFAF7FABEC1}" sibTransId="{66B33526-3332-46AD-A721-62A15850D025}"/>
    <dgm:cxn modelId="{839524E5-3814-4B2E-B187-34F5A52D7003}" type="presOf" srcId="{3F375069-B4E6-464A-9CCD-2054288232B4}" destId="{A344E270-6DF4-4980-B2B3-CB21C3BD7319}" srcOrd="0" destOrd="0" presId="urn:microsoft.com/office/officeart/2018/5/layout/CenteredIconLabelDescriptionList"/>
    <dgm:cxn modelId="{CAA819ED-5D8E-4D66-A41F-1EEFA84BB9D4}" srcId="{629E04E9-8712-4361-8CB3-3F0584A80F02}" destId="{67F66455-4211-4933-846F-CCCEE56F2C78}" srcOrd="0" destOrd="0" parTransId="{D88B566A-4468-4C11-829E-B42BB9F9F751}" sibTransId="{A127AB0D-E7CD-4BFB-B65E-01257EF50912}"/>
    <dgm:cxn modelId="{19A30736-7E55-49BB-8D3D-3C91DA69C633}" type="presParOf" srcId="{A344E270-6DF4-4980-B2B3-CB21C3BD7319}" destId="{A005AFFA-F43F-460D-8A01-FFA917A903E6}" srcOrd="0" destOrd="0" presId="urn:microsoft.com/office/officeart/2018/5/layout/CenteredIconLabelDescriptionList"/>
    <dgm:cxn modelId="{4EF85A76-2A9B-458A-992C-6C378082C1EF}" type="presParOf" srcId="{A005AFFA-F43F-460D-8A01-FFA917A903E6}" destId="{A287BF6D-6D1E-4DDD-B657-8056F08BFD74}" srcOrd="0" destOrd="0" presId="urn:microsoft.com/office/officeart/2018/5/layout/CenteredIconLabelDescriptionList"/>
    <dgm:cxn modelId="{30558808-AC88-4559-802E-ED5B59376C37}" type="presParOf" srcId="{A005AFFA-F43F-460D-8A01-FFA917A903E6}" destId="{F31DB8BC-8C09-46EC-8C0B-B6B9EDF063FB}" srcOrd="1" destOrd="0" presId="urn:microsoft.com/office/officeart/2018/5/layout/CenteredIconLabelDescriptionList"/>
    <dgm:cxn modelId="{4069CCDA-D0D9-4EE8-814B-038936CF999C}" type="presParOf" srcId="{A005AFFA-F43F-460D-8A01-FFA917A903E6}" destId="{7DE23BBC-0E5C-4029-B04F-348B7F13133C}" srcOrd="2" destOrd="0" presId="urn:microsoft.com/office/officeart/2018/5/layout/CenteredIconLabelDescriptionList"/>
    <dgm:cxn modelId="{6C65D149-AEB9-4846-BFA5-E1E12AB0D046}" type="presParOf" srcId="{A005AFFA-F43F-460D-8A01-FFA917A903E6}" destId="{6D2D5B51-16A9-4991-A89F-F9531ED76E48}" srcOrd="3" destOrd="0" presId="urn:microsoft.com/office/officeart/2018/5/layout/CenteredIconLabelDescriptionList"/>
    <dgm:cxn modelId="{7E2871F7-85D9-43B2-B8EF-5B4107146C75}" type="presParOf" srcId="{A005AFFA-F43F-460D-8A01-FFA917A903E6}" destId="{AC0C8718-82F8-4ED1-80E2-F47D87FB3125}" srcOrd="4" destOrd="0" presId="urn:microsoft.com/office/officeart/2018/5/layout/CenteredIconLabelDescriptionList"/>
    <dgm:cxn modelId="{B299873C-C04D-4F4D-9431-A5C096AD7547}" type="presParOf" srcId="{A344E270-6DF4-4980-B2B3-CB21C3BD7319}" destId="{2265D0E0-1FBD-43DE-8D09-FE5A2C780CF3}" srcOrd="1" destOrd="0" presId="urn:microsoft.com/office/officeart/2018/5/layout/CenteredIconLabelDescriptionList"/>
    <dgm:cxn modelId="{53DF7F61-D043-4000-BFCD-792B4E18D205}" type="presParOf" srcId="{A344E270-6DF4-4980-B2B3-CB21C3BD7319}" destId="{6ADB670C-8B71-498B-8E99-CAE2558E5A62}" srcOrd="2" destOrd="0" presId="urn:microsoft.com/office/officeart/2018/5/layout/CenteredIconLabelDescriptionList"/>
    <dgm:cxn modelId="{0CD09A35-DF6D-44B5-9340-C1FC8BB1A2C7}" type="presParOf" srcId="{6ADB670C-8B71-498B-8E99-CAE2558E5A62}" destId="{9A93E20C-B477-41CA-98E8-1F15A1B0BBF5}" srcOrd="0" destOrd="0" presId="urn:microsoft.com/office/officeart/2018/5/layout/CenteredIconLabelDescriptionList"/>
    <dgm:cxn modelId="{64A6D70C-DBC2-42DC-903B-68887922BEC8}" type="presParOf" srcId="{6ADB670C-8B71-498B-8E99-CAE2558E5A62}" destId="{CC2240B1-5C9A-4F9C-8E12-B67C9C47056D}" srcOrd="1" destOrd="0" presId="urn:microsoft.com/office/officeart/2018/5/layout/CenteredIconLabelDescriptionList"/>
    <dgm:cxn modelId="{D503BE91-E247-4DB0-8EDD-598143AB1921}" type="presParOf" srcId="{6ADB670C-8B71-498B-8E99-CAE2558E5A62}" destId="{BF27E932-2DE3-4491-9171-F09B2619A05F}" srcOrd="2" destOrd="0" presId="urn:microsoft.com/office/officeart/2018/5/layout/CenteredIconLabelDescriptionList"/>
    <dgm:cxn modelId="{F529858D-F2B9-4C3A-829C-0867D5E9201E}" type="presParOf" srcId="{6ADB670C-8B71-498B-8E99-CAE2558E5A62}" destId="{2F2F80D9-F332-4BC1-B00C-AD9735CD45D8}" srcOrd="3" destOrd="0" presId="urn:microsoft.com/office/officeart/2018/5/layout/CenteredIconLabelDescriptionList"/>
    <dgm:cxn modelId="{43C561EC-3629-4FD3-8B1D-D183288F72E1}" type="presParOf" srcId="{6ADB670C-8B71-498B-8E99-CAE2558E5A62}" destId="{AE32D7B4-7B0E-4562-B18E-8B069B013218}" srcOrd="4" destOrd="0" presId="urn:microsoft.com/office/officeart/2018/5/layout/Centered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1A151981-13C9-45B1-938B-A011379A8BCF}" type="doc">
      <dgm:prSet loTypeId="urn:microsoft.com/office/officeart/2018/5/layout/Centered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FD8A9721-C2AA-4016-AC6B-57CA78B73398}">
      <dgm:prSet/>
      <dgm:spPr/>
      <dgm:t>
        <a:bodyPr/>
        <a:lstStyle/>
        <a:p>
          <a:pPr>
            <a:defRPr b="1"/>
          </a:pPr>
          <a:r>
            <a:rPr lang="en-US"/>
            <a:t>Low Interactive</a:t>
          </a:r>
        </a:p>
      </dgm:t>
    </dgm:pt>
    <dgm:pt modelId="{6835DD84-891D-4DF3-9BFB-95D10CD70C36}" type="parTrans" cxnId="{F0BBAF69-F476-4A17-80DD-C301A0D89BA3}">
      <dgm:prSet/>
      <dgm:spPr/>
      <dgm:t>
        <a:bodyPr/>
        <a:lstStyle/>
        <a:p>
          <a:endParaRPr lang="en-US"/>
        </a:p>
      </dgm:t>
    </dgm:pt>
    <dgm:pt modelId="{B09561B8-DF56-401A-96C1-47DC78F3CFC4}" type="sibTrans" cxnId="{F0BBAF69-F476-4A17-80DD-C301A0D89BA3}">
      <dgm:prSet/>
      <dgm:spPr/>
      <dgm:t>
        <a:bodyPr/>
        <a:lstStyle/>
        <a:p>
          <a:endParaRPr lang="en-US"/>
        </a:p>
      </dgm:t>
    </dgm:pt>
    <dgm:pt modelId="{7B9AEF93-8D6D-4975-A246-D3149E7D1F2A}">
      <dgm:prSet/>
      <dgm:spPr/>
      <dgm:t>
        <a:bodyPr/>
        <a:lstStyle/>
        <a:p>
          <a:r>
            <a:rPr lang="en-US"/>
            <a:t>Simulate only specific systems services (such as telnet daemon)</a:t>
          </a:r>
        </a:p>
      </dgm:t>
    </dgm:pt>
    <dgm:pt modelId="{1FE6AEF3-D0FA-4184-9771-A529751BAE9F}" type="parTrans" cxnId="{6D5C9582-4B43-4EDC-B774-EC1CA3E5F137}">
      <dgm:prSet/>
      <dgm:spPr/>
      <dgm:t>
        <a:bodyPr/>
        <a:lstStyle/>
        <a:p>
          <a:endParaRPr lang="en-US"/>
        </a:p>
      </dgm:t>
    </dgm:pt>
    <dgm:pt modelId="{FD2F90C6-9EB3-444F-950A-32C3B1C3ABFD}" type="sibTrans" cxnId="{6D5C9582-4B43-4EDC-B774-EC1CA3E5F137}">
      <dgm:prSet/>
      <dgm:spPr/>
      <dgm:t>
        <a:bodyPr/>
        <a:lstStyle/>
        <a:p>
          <a:endParaRPr lang="en-US"/>
        </a:p>
      </dgm:t>
    </dgm:pt>
    <dgm:pt modelId="{87DD982E-CCCF-42F1-8FF0-6ED32F80AE33}">
      <dgm:prSet/>
      <dgm:spPr/>
      <dgm:t>
        <a:bodyPr/>
        <a:lstStyle/>
        <a:p>
          <a:r>
            <a:rPr lang="en-US"/>
            <a:t>Provide a narrow attack surface</a:t>
          </a:r>
        </a:p>
      </dgm:t>
    </dgm:pt>
    <dgm:pt modelId="{96EF132A-3B67-4EA6-AF7F-A22C23C3C152}" type="parTrans" cxnId="{0284D3AD-D525-43D5-A77C-A972AD14F98C}">
      <dgm:prSet/>
      <dgm:spPr/>
      <dgm:t>
        <a:bodyPr/>
        <a:lstStyle/>
        <a:p>
          <a:endParaRPr lang="en-US"/>
        </a:p>
      </dgm:t>
    </dgm:pt>
    <dgm:pt modelId="{81512C20-18D6-4BBC-B433-5846A25A2149}" type="sibTrans" cxnId="{0284D3AD-D525-43D5-A77C-A972AD14F98C}">
      <dgm:prSet/>
      <dgm:spPr/>
      <dgm:t>
        <a:bodyPr/>
        <a:lstStyle/>
        <a:p>
          <a:endParaRPr lang="en-US"/>
        </a:p>
      </dgm:t>
    </dgm:pt>
    <dgm:pt modelId="{3988A002-C819-4081-9BCF-A4A234696EF7}">
      <dgm:prSet/>
      <dgm:spPr/>
      <dgm:t>
        <a:bodyPr/>
        <a:lstStyle/>
        <a:p>
          <a:r>
            <a:rPr lang="en-US" dirty="0"/>
            <a:t>Easy to develop, configure, but easy to be detected</a:t>
          </a:r>
        </a:p>
      </dgm:t>
    </dgm:pt>
    <dgm:pt modelId="{72DCCCF3-C414-4634-84F1-263F66D4EA55}" type="parTrans" cxnId="{433B138E-5BEE-4737-99D7-37894E5B14ED}">
      <dgm:prSet/>
      <dgm:spPr/>
      <dgm:t>
        <a:bodyPr/>
        <a:lstStyle/>
        <a:p>
          <a:endParaRPr lang="en-US"/>
        </a:p>
      </dgm:t>
    </dgm:pt>
    <dgm:pt modelId="{BAF15C53-A23D-48AE-94D8-76CEE36FCF9F}" type="sibTrans" cxnId="{433B138E-5BEE-4737-99D7-37894E5B14ED}">
      <dgm:prSet/>
      <dgm:spPr/>
      <dgm:t>
        <a:bodyPr/>
        <a:lstStyle/>
        <a:p>
          <a:endParaRPr lang="en-US"/>
        </a:p>
      </dgm:t>
    </dgm:pt>
    <dgm:pt modelId="{6F6DCF97-CA00-4AD1-9797-76989528D72B}">
      <dgm:prSet/>
      <dgm:spPr/>
      <dgm:t>
        <a:bodyPr/>
        <a:lstStyle/>
        <a:p>
          <a:pPr>
            <a:defRPr b="1"/>
          </a:pPr>
          <a:r>
            <a:rPr lang="en-US"/>
            <a:t>High Interactive</a:t>
          </a:r>
        </a:p>
      </dgm:t>
    </dgm:pt>
    <dgm:pt modelId="{4DB431C4-2185-4756-9A51-53CA8AAE649C}" type="parTrans" cxnId="{49539EB6-37B4-4CC7-B1FD-596DBCCB6EC8}">
      <dgm:prSet/>
      <dgm:spPr/>
      <dgm:t>
        <a:bodyPr/>
        <a:lstStyle/>
        <a:p>
          <a:endParaRPr lang="en-US"/>
        </a:p>
      </dgm:t>
    </dgm:pt>
    <dgm:pt modelId="{B668341A-D51A-4C71-BC14-16FF3090D9A2}" type="sibTrans" cxnId="{49539EB6-37B4-4CC7-B1FD-596DBCCB6EC8}">
      <dgm:prSet/>
      <dgm:spPr/>
      <dgm:t>
        <a:bodyPr/>
        <a:lstStyle/>
        <a:p>
          <a:endParaRPr lang="en-US"/>
        </a:p>
      </dgm:t>
    </dgm:pt>
    <dgm:pt modelId="{9C3A299C-FE2D-4390-9059-531D1E36AB62}">
      <dgm:prSet/>
      <dgm:spPr/>
      <dgm:t>
        <a:bodyPr/>
        <a:lstStyle/>
        <a:p>
          <a:r>
            <a:rPr lang="en-US"/>
            <a:t>Use real services running on real OS</a:t>
          </a:r>
        </a:p>
      </dgm:t>
    </dgm:pt>
    <dgm:pt modelId="{3A139AD5-27E6-4573-8902-4CF4A61C628D}" type="parTrans" cxnId="{BBEE6CC8-573A-41A8-AEF3-535B6EE65F11}">
      <dgm:prSet/>
      <dgm:spPr/>
      <dgm:t>
        <a:bodyPr/>
        <a:lstStyle/>
        <a:p>
          <a:endParaRPr lang="en-US"/>
        </a:p>
      </dgm:t>
    </dgm:pt>
    <dgm:pt modelId="{8BB27FB1-EB92-4A9D-8CAF-45BD2FFE9ECC}" type="sibTrans" cxnId="{BBEE6CC8-573A-41A8-AEF3-535B6EE65F11}">
      <dgm:prSet/>
      <dgm:spPr/>
      <dgm:t>
        <a:bodyPr/>
        <a:lstStyle/>
        <a:p>
          <a:endParaRPr lang="en-US"/>
        </a:p>
      </dgm:t>
    </dgm:pt>
    <dgm:pt modelId="{50EE9B9B-F340-4C0B-B1A0-59C5D4EECFE0}">
      <dgm:prSet/>
      <dgm:spPr/>
      <dgm:t>
        <a:bodyPr/>
        <a:lstStyle/>
        <a:p>
          <a:r>
            <a:rPr lang="en-US"/>
            <a:t>Provides realistic environment for the attacker</a:t>
          </a:r>
        </a:p>
      </dgm:t>
    </dgm:pt>
    <dgm:pt modelId="{AF685E96-6F87-4780-9EB0-3F3735671F43}" type="parTrans" cxnId="{D2C72FE9-06FF-4828-8B96-FF829A869906}">
      <dgm:prSet/>
      <dgm:spPr/>
      <dgm:t>
        <a:bodyPr/>
        <a:lstStyle/>
        <a:p>
          <a:endParaRPr lang="en-US"/>
        </a:p>
      </dgm:t>
    </dgm:pt>
    <dgm:pt modelId="{AAEA14F3-294E-4FF6-9B20-CF8DFDB279B1}" type="sibTrans" cxnId="{D2C72FE9-06FF-4828-8B96-FF829A869906}">
      <dgm:prSet/>
      <dgm:spPr/>
      <dgm:t>
        <a:bodyPr/>
        <a:lstStyle/>
        <a:p>
          <a:endParaRPr lang="en-US"/>
        </a:p>
      </dgm:t>
    </dgm:pt>
    <dgm:pt modelId="{86C7CB3B-FE23-433B-B533-1264C1889BCF}">
      <dgm:prSet/>
      <dgm:spPr/>
      <dgm:t>
        <a:bodyPr/>
        <a:lstStyle/>
        <a:p>
          <a:r>
            <a:rPr lang="en-US"/>
            <a:t>Trickey to implement</a:t>
          </a:r>
        </a:p>
      </dgm:t>
    </dgm:pt>
    <dgm:pt modelId="{9CBB4AD2-B763-4F72-9B9F-1CCA513BA82C}" type="parTrans" cxnId="{D15BD1A7-D43E-4971-B5C4-915A47B5CF34}">
      <dgm:prSet/>
      <dgm:spPr/>
      <dgm:t>
        <a:bodyPr/>
        <a:lstStyle/>
        <a:p>
          <a:endParaRPr lang="en-US"/>
        </a:p>
      </dgm:t>
    </dgm:pt>
    <dgm:pt modelId="{E125BC92-DBF6-4431-A4C4-B3D0C10FAC36}" type="sibTrans" cxnId="{D15BD1A7-D43E-4971-B5C4-915A47B5CF34}">
      <dgm:prSet/>
      <dgm:spPr/>
      <dgm:t>
        <a:bodyPr/>
        <a:lstStyle/>
        <a:p>
          <a:endParaRPr lang="en-US"/>
        </a:p>
      </dgm:t>
    </dgm:pt>
    <dgm:pt modelId="{B8C592D3-4FDF-4C7B-AC7D-39D9E7065A60}" type="pres">
      <dgm:prSet presAssocID="{1A151981-13C9-45B1-938B-A011379A8BCF}" presName="root" presStyleCnt="0">
        <dgm:presLayoutVars>
          <dgm:dir/>
          <dgm:resizeHandles val="exact"/>
        </dgm:presLayoutVars>
      </dgm:prSet>
      <dgm:spPr/>
    </dgm:pt>
    <dgm:pt modelId="{7E052BC9-57C6-446D-9BBF-CAC9C523E856}" type="pres">
      <dgm:prSet presAssocID="{FD8A9721-C2AA-4016-AC6B-57CA78B73398}" presName="compNode" presStyleCnt="0"/>
      <dgm:spPr/>
    </dgm:pt>
    <dgm:pt modelId="{5704F21A-C81B-4187-BA9A-2B1C0667A98F}" type="pres">
      <dgm:prSet presAssocID="{FD8A9721-C2AA-4016-AC6B-57CA78B73398}"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eb Design"/>
        </a:ext>
      </dgm:extLst>
    </dgm:pt>
    <dgm:pt modelId="{421436B0-A446-47F6-B8FD-45C351FE9175}" type="pres">
      <dgm:prSet presAssocID="{FD8A9721-C2AA-4016-AC6B-57CA78B73398}" presName="iconSpace" presStyleCnt="0"/>
      <dgm:spPr/>
    </dgm:pt>
    <dgm:pt modelId="{C4BAAFEF-F63D-4956-B177-C8208A028CDF}" type="pres">
      <dgm:prSet presAssocID="{FD8A9721-C2AA-4016-AC6B-57CA78B73398}" presName="parTx" presStyleLbl="revTx" presStyleIdx="0" presStyleCnt="4">
        <dgm:presLayoutVars>
          <dgm:chMax val="0"/>
          <dgm:chPref val="0"/>
        </dgm:presLayoutVars>
      </dgm:prSet>
      <dgm:spPr/>
    </dgm:pt>
    <dgm:pt modelId="{0B20EB93-19D3-4D2E-9A6F-88E986BF9074}" type="pres">
      <dgm:prSet presAssocID="{FD8A9721-C2AA-4016-AC6B-57CA78B73398}" presName="txSpace" presStyleCnt="0"/>
      <dgm:spPr/>
    </dgm:pt>
    <dgm:pt modelId="{22D647B1-273A-450D-BF0B-A035F1E2E784}" type="pres">
      <dgm:prSet presAssocID="{FD8A9721-C2AA-4016-AC6B-57CA78B73398}" presName="desTx" presStyleLbl="revTx" presStyleIdx="1" presStyleCnt="4">
        <dgm:presLayoutVars/>
      </dgm:prSet>
      <dgm:spPr/>
    </dgm:pt>
    <dgm:pt modelId="{E7264D35-B4BE-4D20-809D-365B62B11007}" type="pres">
      <dgm:prSet presAssocID="{B09561B8-DF56-401A-96C1-47DC78F3CFC4}" presName="sibTrans" presStyleCnt="0"/>
      <dgm:spPr/>
    </dgm:pt>
    <dgm:pt modelId="{FD4B9C1C-E565-4F2F-B890-D208C357DE6D}" type="pres">
      <dgm:prSet presAssocID="{6F6DCF97-CA00-4AD1-9797-76989528D72B}" presName="compNode" presStyleCnt="0"/>
      <dgm:spPr/>
    </dgm:pt>
    <dgm:pt modelId="{1EA24261-7818-4081-A484-6BA085E60911}" type="pres">
      <dgm:prSet presAssocID="{6F6DCF97-CA00-4AD1-9797-76989528D72B}"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DAE77E93-7A34-4A1A-83DC-B6D6F13AC281}" type="pres">
      <dgm:prSet presAssocID="{6F6DCF97-CA00-4AD1-9797-76989528D72B}" presName="iconSpace" presStyleCnt="0"/>
      <dgm:spPr/>
    </dgm:pt>
    <dgm:pt modelId="{0F2A343A-09F8-47CC-B98A-AF711B0D7CA4}" type="pres">
      <dgm:prSet presAssocID="{6F6DCF97-CA00-4AD1-9797-76989528D72B}" presName="parTx" presStyleLbl="revTx" presStyleIdx="2" presStyleCnt="4">
        <dgm:presLayoutVars>
          <dgm:chMax val="0"/>
          <dgm:chPref val="0"/>
        </dgm:presLayoutVars>
      </dgm:prSet>
      <dgm:spPr/>
    </dgm:pt>
    <dgm:pt modelId="{91E670BC-622F-4C84-9AB8-223D42910122}" type="pres">
      <dgm:prSet presAssocID="{6F6DCF97-CA00-4AD1-9797-76989528D72B}" presName="txSpace" presStyleCnt="0"/>
      <dgm:spPr/>
    </dgm:pt>
    <dgm:pt modelId="{9EF0A823-830E-4658-B318-38A4CAA19613}" type="pres">
      <dgm:prSet presAssocID="{6F6DCF97-CA00-4AD1-9797-76989528D72B}" presName="desTx" presStyleLbl="revTx" presStyleIdx="3" presStyleCnt="4">
        <dgm:presLayoutVars/>
      </dgm:prSet>
      <dgm:spPr/>
    </dgm:pt>
  </dgm:ptLst>
  <dgm:cxnLst>
    <dgm:cxn modelId="{DA457200-2F48-49D5-9389-EFC2B4168206}" type="presOf" srcId="{50EE9B9B-F340-4C0B-B1A0-59C5D4EECFE0}" destId="{9EF0A823-830E-4658-B318-38A4CAA19613}" srcOrd="0" destOrd="1" presId="urn:microsoft.com/office/officeart/2018/5/layout/CenteredIconLabelDescriptionList"/>
    <dgm:cxn modelId="{0058DD3B-408F-4735-AA9B-AF07CFB027C4}" type="presOf" srcId="{87DD982E-CCCF-42F1-8FF0-6ED32F80AE33}" destId="{22D647B1-273A-450D-BF0B-A035F1E2E784}" srcOrd="0" destOrd="1" presId="urn:microsoft.com/office/officeart/2018/5/layout/CenteredIconLabelDescriptionList"/>
    <dgm:cxn modelId="{BDD3A062-FB6F-493E-81AC-181609BD63EA}" type="presOf" srcId="{FD8A9721-C2AA-4016-AC6B-57CA78B73398}" destId="{C4BAAFEF-F63D-4956-B177-C8208A028CDF}" srcOrd="0" destOrd="0" presId="urn:microsoft.com/office/officeart/2018/5/layout/CenteredIconLabelDescriptionList"/>
    <dgm:cxn modelId="{0C570063-CCCC-4E5A-BD23-866AF7C0D48D}" type="presOf" srcId="{1A151981-13C9-45B1-938B-A011379A8BCF}" destId="{B8C592D3-4FDF-4C7B-AC7D-39D9E7065A60}" srcOrd="0" destOrd="0" presId="urn:microsoft.com/office/officeart/2018/5/layout/CenteredIconLabelDescriptionList"/>
    <dgm:cxn modelId="{F0BBAF69-F476-4A17-80DD-C301A0D89BA3}" srcId="{1A151981-13C9-45B1-938B-A011379A8BCF}" destId="{FD8A9721-C2AA-4016-AC6B-57CA78B73398}" srcOrd="0" destOrd="0" parTransId="{6835DD84-891D-4DF3-9BFB-95D10CD70C36}" sibTransId="{B09561B8-DF56-401A-96C1-47DC78F3CFC4}"/>
    <dgm:cxn modelId="{6D5C9582-4B43-4EDC-B774-EC1CA3E5F137}" srcId="{FD8A9721-C2AA-4016-AC6B-57CA78B73398}" destId="{7B9AEF93-8D6D-4975-A246-D3149E7D1F2A}" srcOrd="0" destOrd="0" parTransId="{1FE6AEF3-D0FA-4184-9771-A529751BAE9F}" sibTransId="{FD2F90C6-9EB3-444F-950A-32C3B1C3ABFD}"/>
    <dgm:cxn modelId="{433B138E-5BEE-4737-99D7-37894E5B14ED}" srcId="{FD8A9721-C2AA-4016-AC6B-57CA78B73398}" destId="{3988A002-C819-4081-9BCF-A4A234696EF7}" srcOrd="2" destOrd="0" parTransId="{72DCCCF3-C414-4634-84F1-263F66D4EA55}" sibTransId="{BAF15C53-A23D-48AE-94D8-76CEE36FCF9F}"/>
    <dgm:cxn modelId="{768357A5-74EF-49BF-BC50-47B274DB2E92}" type="presOf" srcId="{3988A002-C819-4081-9BCF-A4A234696EF7}" destId="{22D647B1-273A-450D-BF0B-A035F1E2E784}" srcOrd="0" destOrd="2" presId="urn:microsoft.com/office/officeart/2018/5/layout/CenteredIconLabelDescriptionList"/>
    <dgm:cxn modelId="{D15BD1A7-D43E-4971-B5C4-915A47B5CF34}" srcId="{6F6DCF97-CA00-4AD1-9797-76989528D72B}" destId="{86C7CB3B-FE23-433B-B533-1264C1889BCF}" srcOrd="2" destOrd="0" parTransId="{9CBB4AD2-B763-4F72-9B9F-1CCA513BA82C}" sibTransId="{E125BC92-DBF6-4431-A4C4-B3D0C10FAC36}"/>
    <dgm:cxn modelId="{0284D3AD-D525-43D5-A77C-A972AD14F98C}" srcId="{FD8A9721-C2AA-4016-AC6B-57CA78B73398}" destId="{87DD982E-CCCF-42F1-8FF0-6ED32F80AE33}" srcOrd="1" destOrd="0" parTransId="{96EF132A-3B67-4EA6-AF7F-A22C23C3C152}" sibTransId="{81512C20-18D6-4BBC-B433-5846A25A2149}"/>
    <dgm:cxn modelId="{49539EB6-37B4-4CC7-B1FD-596DBCCB6EC8}" srcId="{1A151981-13C9-45B1-938B-A011379A8BCF}" destId="{6F6DCF97-CA00-4AD1-9797-76989528D72B}" srcOrd="1" destOrd="0" parTransId="{4DB431C4-2185-4756-9A51-53CA8AAE649C}" sibTransId="{B668341A-D51A-4C71-BC14-16FF3090D9A2}"/>
    <dgm:cxn modelId="{BE7FA7BA-2638-41D8-BF29-D2221251E0D7}" type="presOf" srcId="{6F6DCF97-CA00-4AD1-9797-76989528D72B}" destId="{0F2A343A-09F8-47CC-B98A-AF711B0D7CA4}" srcOrd="0" destOrd="0" presId="urn:microsoft.com/office/officeart/2018/5/layout/CenteredIconLabelDescriptionList"/>
    <dgm:cxn modelId="{BBEE6CC8-573A-41A8-AEF3-535B6EE65F11}" srcId="{6F6DCF97-CA00-4AD1-9797-76989528D72B}" destId="{9C3A299C-FE2D-4390-9059-531D1E36AB62}" srcOrd="0" destOrd="0" parTransId="{3A139AD5-27E6-4573-8902-4CF4A61C628D}" sibTransId="{8BB27FB1-EB92-4A9D-8CAF-45BD2FFE9ECC}"/>
    <dgm:cxn modelId="{806AB3D1-789A-4619-BD8D-250CEC7353CB}" type="presOf" srcId="{86C7CB3B-FE23-433B-B533-1264C1889BCF}" destId="{9EF0A823-830E-4658-B318-38A4CAA19613}" srcOrd="0" destOrd="2" presId="urn:microsoft.com/office/officeart/2018/5/layout/CenteredIconLabelDescriptionList"/>
    <dgm:cxn modelId="{E26E2DD9-FBE7-44DE-9B45-389FB6E11C5B}" type="presOf" srcId="{7B9AEF93-8D6D-4975-A246-D3149E7D1F2A}" destId="{22D647B1-273A-450D-BF0B-A035F1E2E784}" srcOrd="0" destOrd="0" presId="urn:microsoft.com/office/officeart/2018/5/layout/CenteredIconLabelDescriptionList"/>
    <dgm:cxn modelId="{D2C72FE9-06FF-4828-8B96-FF829A869906}" srcId="{6F6DCF97-CA00-4AD1-9797-76989528D72B}" destId="{50EE9B9B-F340-4C0B-B1A0-59C5D4EECFE0}" srcOrd="1" destOrd="0" parTransId="{AF685E96-6F87-4780-9EB0-3F3735671F43}" sibTransId="{AAEA14F3-294E-4FF6-9B20-CF8DFDB279B1}"/>
    <dgm:cxn modelId="{9EE974EC-B965-4E8A-A928-C3AB92E007B4}" type="presOf" srcId="{9C3A299C-FE2D-4390-9059-531D1E36AB62}" destId="{9EF0A823-830E-4658-B318-38A4CAA19613}" srcOrd="0" destOrd="0" presId="urn:microsoft.com/office/officeart/2018/5/layout/CenteredIconLabelDescriptionList"/>
    <dgm:cxn modelId="{C9544A46-8EBD-4500-A5A2-BF459B5806A3}" type="presParOf" srcId="{B8C592D3-4FDF-4C7B-AC7D-39D9E7065A60}" destId="{7E052BC9-57C6-446D-9BBF-CAC9C523E856}" srcOrd="0" destOrd="0" presId="urn:microsoft.com/office/officeart/2018/5/layout/CenteredIconLabelDescriptionList"/>
    <dgm:cxn modelId="{9E6A2978-550E-4FB6-873A-4AE618E6E717}" type="presParOf" srcId="{7E052BC9-57C6-446D-9BBF-CAC9C523E856}" destId="{5704F21A-C81B-4187-BA9A-2B1C0667A98F}" srcOrd="0" destOrd="0" presId="urn:microsoft.com/office/officeart/2018/5/layout/CenteredIconLabelDescriptionList"/>
    <dgm:cxn modelId="{CF0F921D-B3D8-4820-9641-22FFD5048D05}" type="presParOf" srcId="{7E052BC9-57C6-446D-9BBF-CAC9C523E856}" destId="{421436B0-A446-47F6-B8FD-45C351FE9175}" srcOrd="1" destOrd="0" presId="urn:microsoft.com/office/officeart/2018/5/layout/CenteredIconLabelDescriptionList"/>
    <dgm:cxn modelId="{97FBAA13-36D2-4E4A-B77B-49CA4F1D778F}" type="presParOf" srcId="{7E052BC9-57C6-446D-9BBF-CAC9C523E856}" destId="{C4BAAFEF-F63D-4956-B177-C8208A028CDF}" srcOrd="2" destOrd="0" presId="urn:microsoft.com/office/officeart/2018/5/layout/CenteredIconLabelDescriptionList"/>
    <dgm:cxn modelId="{BA785D89-0C1E-4E86-BD9A-543D0598C938}" type="presParOf" srcId="{7E052BC9-57C6-446D-9BBF-CAC9C523E856}" destId="{0B20EB93-19D3-4D2E-9A6F-88E986BF9074}" srcOrd="3" destOrd="0" presId="urn:microsoft.com/office/officeart/2018/5/layout/CenteredIconLabelDescriptionList"/>
    <dgm:cxn modelId="{03918532-A915-477A-80F2-58794BAF64A7}" type="presParOf" srcId="{7E052BC9-57C6-446D-9BBF-CAC9C523E856}" destId="{22D647B1-273A-450D-BF0B-A035F1E2E784}" srcOrd="4" destOrd="0" presId="urn:microsoft.com/office/officeart/2018/5/layout/CenteredIconLabelDescriptionList"/>
    <dgm:cxn modelId="{FA782552-2E1C-4DB8-8874-735DAEBA3489}" type="presParOf" srcId="{B8C592D3-4FDF-4C7B-AC7D-39D9E7065A60}" destId="{E7264D35-B4BE-4D20-809D-365B62B11007}" srcOrd="1" destOrd="0" presId="urn:microsoft.com/office/officeart/2018/5/layout/CenteredIconLabelDescriptionList"/>
    <dgm:cxn modelId="{680C521C-CDE0-47D2-A906-5D74663CE3D6}" type="presParOf" srcId="{B8C592D3-4FDF-4C7B-AC7D-39D9E7065A60}" destId="{FD4B9C1C-E565-4F2F-B890-D208C357DE6D}" srcOrd="2" destOrd="0" presId="urn:microsoft.com/office/officeart/2018/5/layout/CenteredIconLabelDescriptionList"/>
    <dgm:cxn modelId="{CD06E820-0945-4BC6-B057-EC9401D22DC8}" type="presParOf" srcId="{FD4B9C1C-E565-4F2F-B890-D208C357DE6D}" destId="{1EA24261-7818-4081-A484-6BA085E60911}" srcOrd="0" destOrd="0" presId="urn:microsoft.com/office/officeart/2018/5/layout/CenteredIconLabelDescriptionList"/>
    <dgm:cxn modelId="{D0DB5807-D38F-4160-9C00-F7373D2E8BC6}" type="presParOf" srcId="{FD4B9C1C-E565-4F2F-B890-D208C357DE6D}" destId="{DAE77E93-7A34-4A1A-83DC-B6D6F13AC281}" srcOrd="1" destOrd="0" presId="urn:microsoft.com/office/officeart/2018/5/layout/CenteredIconLabelDescriptionList"/>
    <dgm:cxn modelId="{782318FD-0C80-4FE8-B4B0-8FCB2BB06367}" type="presParOf" srcId="{FD4B9C1C-E565-4F2F-B890-D208C357DE6D}" destId="{0F2A343A-09F8-47CC-B98A-AF711B0D7CA4}" srcOrd="2" destOrd="0" presId="urn:microsoft.com/office/officeart/2018/5/layout/CenteredIconLabelDescriptionList"/>
    <dgm:cxn modelId="{3BF1ACC6-E571-4564-9254-0CA2B7265B8D}" type="presParOf" srcId="{FD4B9C1C-E565-4F2F-B890-D208C357DE6D}" destId="{91E670BC-622F-4C84-9AB8-223D42910122}" srcOrd="3" destOrd="0" presId="urn:microsoft.com/office/officeart/2018/5/layout/CenteredIconLabelDescriptionList"/>
    <dgm:cxn modelId="{F2685D93-F526-48C3-8A1C-23D285A1A927}" type="presParOf" srcId="{FD4B9C1C-E565-4F2F-B890-D208C357DE6D}" destId="{9EF0A823-830E-4658-B318-38A4CAA19613}"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89E37338-87F2-40F8-A75A-565D07F0537F}" type="doc">
      <dgm:prSet loTypeId="urn:microsoft.com/office/officeart/2018/5/layout/Centered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6DA5CEE-CCB1-4742-BE9B-9B219C01FD18}">
      <dgm:prSet/>
      <dgm:spPr/>
      <dgm:t>
        <a:bodyPr/>
        <a:lstStyle/>
        <a:p>
          <a:pPr>
            <a:defRPr b="1"/>
          </a:pPr>
          <a:r>
            <a:rPr lang="en-US"/>
            <a:t>Research honeypots</a:t>
          </a:r>
        </a:p>
      </dgm:t>
    </dgm:pt>
    <dgm:pt modelId="{EFB9530D-0E38-4357-BBAE-8F0E21C26E46}" type="parTrans" cxnId="{0DA97CBD-E8A2-41C2-B45B-D78430FBF1DD}">
      <dgm:prSet/>
      <dgm:spPr/>
      <dgm:t>
        <a:bodyPr/>
        <a:lstStyle/>
        <a:p>
          <a:endParaRPr lang="en-US"/>
        </a:p>
      </dgm:t>
    </dgm:pt>
    <dgm:pt modelId="{60F1B7E3-C4D5-41CB-80F1-9ACD51BFF7CC}" type="sibTrans" cxnId="{0DA97CBD-E8A2-41C2-B45B-D78430FBF1DD}">
      <dgm:prSet/>
      <dgm:spPr/>
      <dgm:t>
        <a:bodyPr/>
        <a:lstStyle/>
        <a:p>
          <a:endParaRPr lang="en-US"/>
        </a:p>
      </dgm:t>
    </dgm:pt>
    <dgm:pt modelId="{9ECBBF27-D929-4022-AC6A-6F43520CC3EA}">
      <dgm:prSet/>
      <dgm:spPr/>
      <dgm:t>
        <a:bodyPr/>
        <a:lstStyle/>
        <a:p>
          <a:r>
            <a:rPr lang="en-US"/>
            <a:t>Implement well-known vulnerabilities to lure attackers, and to study their behaviours.</a:t>
          </a:r>
        </a:p>
      </dgm:t>
    </dgm:pt>
    <dgm:pt modelId="{FBF5388B-97FC-4499-A7BB-EBE286BA0B8C}" type="parTrans" cxnId="{F3A629A5-8336-4BDE-BFFF-68FDDB1294FA}">
      <dgm:prSet/>
      <dgm:spPr/>
      <dgm:t>
        <a:bodyPr/>
        <a:lstStyle/>
        <a:p>
          <a:endParaRPr lang="en-US"/>
        </a:p>
      </dgm:t>
    </dgm:pt>
    <dgm:pt modelId="{D16364FF-C798-4F22-9152-760E1F269FBE}" type="sibTrans" cxnId="{F3A629A5-8336-4BDE-BFFF-68FDDB1294FA}">
      <dgm:prSet/>
      <dgm:spPr/>
      <dgm:t>
        <a:bodyPr/>
        <a:lstStyle/>
        <a:p>
          <a:endParaRPr lang="en-US"/>
        </a:p>
      </dgm:t>
    </dgm:pt>
    <dgm:pt modelId="{3F9912B0-ABE1-47D6-A6E5-562C9AD5D41C}">
      <dgm:prSet/>
      <dgm:spPr/>
      <dgm:t>
        <a:bodyPr/>
        <a:lstStyle/>
        <a:p>
          <a:r>
            <a:rPr lang="en-US"/>
            <a:t>Usually used for security training purposes</a:t>
          </a:r>
        </a:p>
      </dgm:t>
    </dgm:pt>
    <dgm:pt modelId="{7AC8F074-737F-4846-9880-5E794ED6CDEA}" type="parTrans" cxnId="{9CE3ED04-F6AB-4425-A4AD-C0EFD68E818F}">
      <dgm:prSet/>
      <dgm:spPr/>
      <dgm:t>
        <a:bodyPr/>
        <a:lstStyle/>
        <a:p>
          <a:endParaRPr lang="en-US"/>
        </a:p>
      </dgm:t>
    </dgm:pt>
    <dgm:pt modelId="{5A59DE06-CB0F-4048-9FD4-B96B705C83FF}" type="sibTrans" cxnId="{9CE3ED04-F6AB-4425-A4AD-C0EFD68E818F}">
      <dgm:prSet/>
      <dgm:spPr/>
      <dgm:t>
        <a:bodyPr/>
        <a:lstStyle/>
        <a:p>
          <a:endParaRPr lang="en-US"/>
        </a:p>
      </dgm:t>
    </dgm:pt>
    <dgm:pt modelId="{403829CC-F3BD-4EEB-BB0A-DB58760F2FF2}">
      <dgm:prSet/>
      <dgm:spPr/>
      <dgm:t>
        <a:bodyPr/>
        <a:lstStyle/>
        <a:p>
          <a:pPr>
            <a:defRPr b="1"/>
          </a:pPr>
          <a:r>
            <a:rPr lang="en-US"/>
            <a:t>Production Honeypots</a:t>
          </a:r>
        </a:p>
      </dgm:t>
    </dgm:pt>
    <dgm:pt modelId="{4261954A-6CA6-400E-AAB8-28AC21E446D2}" type="parTrans" cxnId="{40BD96E3-BD73-4D03-9A32-31ACD5B06854}">
      <dgm:prSet/>
      <dgm:spPr/>
      <dgm:t>
        <a:bodyPr/>
        <a:lstStyle/>
        <a:p>
          <a:endParaRPr lang="en-US"/>
        </a:p>
      </dgm:t>
    </dgm:pt>
    <dgm:pt modelId="{2577B518-F357-4F84-B8DA-C18BB65634F7}" type="sibTrans" cxnId="{40BD96E3-BD73-4D03-9A32-31ACD5B06854}">
      <dgm:prSet/>
      <dgm:spPr/>
      <dgm:t>
        <a:bodyPr/>
        <a:lstStyle/>
        <a:p>
          <a:endParaRPr lang="en-US"/>
        </a:p>
      </dgm:t>
    </dgm:pt>
    <dgm:pt modelId="{40879A88-7EA9-4D07-BD3A-B5BFF406B59D}">
      <dgm:prSet/>
      <dgm:spPr/>
      <dgm:t>
        <a:bodyPr/>
        <a:lstStyle/>
        <a:p>
          <a:r>
            <a:rPr lang="en-US"/>
            <a:t>Supposed to be more secure</a:t>
          </a:r>
        </a:p>
      </dgm:t>
    </dgm:pt>
    <dgm:pt modelId="{A2839971-1319-4865-82C3-8285C7D6D398}" type="parTrans" cxnId="{445892C7-C1EF-466F-A9F5-DF257CACA339}">
      <dgm:prSet/>
      <dgm:spPr/>
      <dgm:t>
        <a:bodyPr/>
        <a:lstStyle/>
        <a:p>
          <a:endParaRPr lang="en-US"/>
        </a:p>
      </dgm:t>
    </dgm:pt>
    <dgm:pt modelId="{8A44E157-F2B0-41F2-8C7E-AC561F27FDBB}" type="sibTrans" cxnId="{445892C7-C1EF-466F-A9F5-DF257CACA339}">
      <dgm:prSet/>
      <dgm:spPr/>
      <dgm:t>
        <a:bodyPr/>
        <a:lstStyle/>
        <a:p>
          <a:endParaRPr lang="en-US"/>
        </a:p>
      </dgm:t>
    </dgm:pt>
    <dgm:pt modelId="{819FD521-75CB-46BC-B000-07AA4424980B}">
      <dgm:prSet/>
      <dgm:spPr/>
      <dgm:t>
        <a:bodyPr/>
        <a:lstStyle/>
        <a:p>
          <a:r>
            <a:rPr lang="en-US"/>
            <a:t>Deployed to defend the system against attackers</a:t>
          </a:r>
        </a:p>
      </dgm:t>
    </dgm:pt>
    <dgm:pt modelId="{B93E7DD9-C3F2-4674-A0C5-772DEB8D8660}" type="parTrans" cxnId="{DC9564DC-1269-432B-B2E3-348D08B77DF6}">
      <dgm:prSet/>
      <dgm:spPr/>
      <dgm:t>
        <a:bodyPr/>
        <a:lstStyle/>
        <a:p>
          <a:endParaRPr lang="en-US"/>
        </a:p>
      </dgm:t>
    </dgm:pt>
    <dgm:pt modelId="{D13BE0A9-20A9-4AC6-8428-EEC15F554C81}" type="sibTrans" cxnId="{DC9564DC-1269-432B-B2E3-348D08B77DF6}">
      <dgm:prSet/>
      <dgm:spPr/>
      <dgm:t>
        <a:bodyPr/>
        <a:lstStyle/>
        <a:p>
          <a:endParaRPr lang="en-US"/>
        </a:p>
      </dgm:t>
    </dgm:pt>
    <dgm:pt modelId="{701520A1-F3BF-4EA8-AF21-E46D92CBEE11}">
      <dgm:prSet/>
      <dgm:spPr/>
      <dgm:t>
        <a:bodyPr/>
        <a:lstStyle/>
        <a:p>
          <a:r>
            <a:rPr lang="en-US"/>
            <a:t>In best case, will prevent the attacker</a:t>
          </a:r>
        </a:p>
      </dgm:t>
    </dgm:pt>
    <dgm:pt modelId="{3B8B644D-8913-4CEC-AD13-368B00D9EBD3}" type="parTrans" cxnId="{6393A5C0-8A29-424D-88CF-20B2B0AF0A55}">
      <dgm:prSet/>
      <dgm:spPr/>
      <dgm:t>
        <a:bodyPr/>
        <a:lstStyle/>
        <a:p>
          <a:endParaRPr lang="en-US"/>
        </a:p>
      </dgm:t>
    </dgm:pt>
    <dgm:pt modelId="{8B7D71D9-9368-413A-8CE3-D01AA8243FE5}" type="sibTrans" cxnId="{6393A5C0-8A29-424D-88CF-20B2B0AF0A55}">
      <dgm:prSet/>
      <dgm:spPr/>
      <dgm:t>
        <a:bodyPr/>
        <a:lstStyle/>
        <a:p>
          <a:endParaRPr lang="en-US"/>
        </a:p>
      </dgm:t>
    </dgm:pt>
    <dgm:pt modelId="{3E9487D9-8F00-45B6-A34C-946F532D47B0}">
      <dgm:prSet/>
      <dgm:spPr/>
      <dgm:t>
        <a:bodyPr/>
        <a:lstStyle/>
        <a:p>
          <a:r>
            <a:rPr lang="en-US"/>
            <a:t>In average case it will slow down the attacker</a:t>
          </a:r>
        </a:p>
      </dgm:t>
    </dgm:pt>
    <dgm:pt modelId="{1DEDD0E5-C404-4619-8551-E394B2FDBFAF}" type="parTrans" cxnId="{6F679708-4E62-4CD8-A257-803203BEBE56}">
      <dgm:prSet/>
      <dgm:spPr/>
      <dgm:t>
        <a:bodyPr/>
        <a:lstStyle/>
        <a:p>
          <a:endParaRPr lang="en-US"/>
        </a:p>
      </dgm:t>
    </dgm:pt>
    <dgm:pt modelId="{78234215-8044-40BE-A15B-37325F727371}" type="sibTrans" cxnId="{6F679708-4E62-4CD8-A257-803203BEBE56}">
      <dgm:prSet/>
      <dgm:spPr/>
      <dgm:t>
        <a:bodyPr/>
        <a:lstStyle/>
        <a:p>
          <a:endParaRPr lang="en-US"/>
        </a:p>
      </dgm:t>
    </dgm:pt>
    <dgm:pt modelId="{71ADE961-072C-4E40-998E-307762AF3A5C}">
      <dgm:prSet/>
      <dgm:spPr/>
      <dgm:t>
        <a:bodyPr/>
        <a:lstStyle/>
        <a:p>
          <a:r>
            <a:rPr lang="en-US"/>
            <a:t>In worst case it will help the attacker to complete his job</a:t>
          </a:r>
        </a:p>
      </dgm:t>
    </dgm:pt>
    <dgm:pt modelId="{56068EF3-C667-462C-886B-3DC2DD6A4B19}" type="parTrans" cxnId="{A3E41426-4F41-4BE4-B270-AF83901E513D}">
      <dgm:prSet/>
      <dgm:spPr/>
      <dgm:t>
        <a:bodyPr/>
        <a:lstStyle/>
        <a:p>
          <a:endParaRPr lang="en-US"/>
        </a:p>
      </dgm:t>
    </dgm:pt>
    <dgm:pt modelId="{C67D055F-5567-4883-9C8B-71AAB287FC8A}" type="sibTrans" cxnId="{A3E41426-4F41-4BE4-B270-AF83901E513D}">
      <dgm:prSet/>
      <dgm:spPr/>
      <dgm:t>
        <a:bodyPr/>
        <a:lstStyle/>
        <a:p>
          <a:endParaRPr lang="en-US"/>
        </a:p>
      </dgm:t>
    </dgm:pt>
    <dgm:pt modelId="{49BD3FFB-68D4-41FE-9963-D30F16617A7A}" type="pres">
      <dgm:prSet presAssocID="{89E37338-87F2-40F8-A75A-565D07F0537F}" presName="root" presStyleCnt="0">
        <dgm:presLayoutVars>
          <dgm:dir/>
          <dgm:resizeHandles val="exact"/>
        </dgm:presLayoutVars>
      </dgm:prSet>
      <dgm:spPr/>
    </dgm:pt>
    <dgm:pt modelId="{2BD841CF-4D72-4F8C-BBEE-2CEA0450688C}" type="pres">
      <dgm:prSet presAssocID="{E6DA5CEE-CCB1-4742-BE9B-9B219C01FD18}" presName="compNode" presStyleCnt="0"/>
      <dgm:spPr/>
    </dgm:pt>
    <dgm:pt modelId="{8F83429C-81D5-49D2-AAB5-BB42B98CD0C3}" type="pres">
      <dgm:prSet presAssocID="{E6DA5CEE-CCB1-4742-BE9B-9B219C01FD18}"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ock"/>
        </a:ext>
      </dgm:extLst>
    </dgm:pt>
    <dgm:pt modelId="{3304F6B6-D55B-4F26-9CCB-F35DFD0B4DE1}" type="pres">
      <dgm:prSet presAssocID="{E6DA5CEE-CCB1-4742-BE9B-9B219C01FD18}" presName="iconSpace" presStyleCnt="0"/>
      <dgm:spPr/>
    </dgm:pt>
    <dgm:pt modelId="{01C9A316-94FF-44CF-9D0E-614EEBA5CED5}" type="pres">
      <dgm:prSet presAssocID="{E6DA5CEE-CCB1-4742-BE9B-9B219C01FD18}" presName="parTx" presStyleLbl="revTx" presStyleIdx="0" presStyleCnt="4">
        <dgm:presLayoutVars>
          <dgm:chMax val="0"/>
          <dgm:chPref val="0"/>
        </dgm:presLayoutVars>
      </dgm:prSet>
      <dgm:spPr/>
    </dgm:pt>
    <dgm:pt modelId="{A2FF8C6E-3DCC-4A87-A625-6472EA27B512}" type="pres">
      <dgm:prSet presAssocID="{E6DA5CEE-CCB1-4742-BE9B-9B219C01FD18}" presName="txSpace" presStyleCnt="0"/>
      <dgm:spPr/>
    </dgm:pt>
    <dgm:pt modelId="{E3BD026D-8039-465C-9396-32D1F9420F96}" type="pres">
      <dgm:prSet presAssocID="{E6DA5CEE-CCB1-4742-BE9B-9B219C01FD18}" presName="desTx" presStyleLbl="revTx" presStyleIdx="1" presStyleCnt="4">
        <dgm:presLayoutVars/>
      </dgm:prSet>
      <dgm:spPr/>
    </dgm:pt>
    <dgm:pt modelId="{52D619C2-17F9-42D3-A5D2-B4BA36D0A49A}" type="pres">
      <dgm:prSet presAssocID="{60F1B7E3-C4D5-41CB-80F1-9ACD51BFF7CC}" presName="sibTrans" presStyleCnt="0"/>
      <dgm:spPr/>
    </dgm:pt>
    <dgm:pt modelId="{F1B6FAAF-A3E1-4ADF-9FE7-AF527BF4FF30}" type="pres">
      <dgm:prSet presAssocID="{403829CC-F3BD-4EEB-BB0A-DB58760F2FF2}" presName="compNode" presStyleCnt="0"/>
      <dgm:spPr/>
    </dgm:pt>
    <dgm:pt modelId="{BE42B39F-9E49-49DD-B645-38CBAFE8DA3E}" type="pres">
      <dgm:prSet presAssocID="{403829CC-F3BD-4EEB-BB0A-DB58760F2FF2}"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45D9010A-FFF6-4310-8958-8FE4A7FBE754}" type="pres">
      <dgm:prSet presAssocID="{403829CC-F3BD-4EEB-BB0A-DB58760F2FF2}" presName="iconSpace" presStyleCnt="0"/>
      <dgm:spPr/>
    </dgm:pt>
    <dgm:pt modelId="{9FD64E82-E060-45D7-8CFB-7075CE9FF07B}" type="pres">
      <dgm:prSet presAssocID="{403829CC-F3BD-4EEB-BB0A-DB58760F2FF2}" presName="parTx" presStyleLbl="revTx" presStyleIdx="2" presStyleCnt="4">
        <dgm:presLayoutVars>
          <dgm:chMax val="0"/>
          <dgm:chPref val="0"/>
        </dgm:presLayoutVars>
      </dgm:prSet>
      <dgm:spPr/>
    </dgm:pt>
    <dgm:pt modelId="{9D1C3240-D815-4597-BAED-B8446E3B403A}" type="pres">
      <dgm:prSet presAssocID="{403829CC-F3BD-4EEB-BB0A-DB58760F2FF2}" presName="txSpace" presStyleCnt="0"/>
      <dgm:spPr/>
    </dgm:pt>
    <dgm:pt modelId="{A15C410F-B9A0-49AF-9834-63C5D5E659B0}" type="pres">
      <dgm:prSet presAssocID="{403829CC-F3BD-4EEB-BB0A-DB58760F2FF2}" presName="desTx" presStyleLbl="revTx" presStyleIdx="3" presStyleCnt="4">
        <dgm:presLayoutVars/>
      </dgm:prSet>
      <dgm:spPr/>
    </dgm:pt>
  </dgm:ptLst>
  <dgm:cxnLst>
    <dgm:cxn modelId="{A3ABBE04-43D2-406F-A81D-9E1464B8A4CB}" type="presOf" srcId="{9ECBBF27-D929-4022-AC6A-6F43520CC3EA}" destId="{E3BD026D-8039-465C-9396-32D1F9420F96}" srcOrd="0" destOrd="0" presId="urn:microsoft.com/office/officeart/2018/5/layout/CenteredIconLabelDescriptionList"/>
    <dgm:cxn modelId="{9CE3ED04-F6AB-4425-A4AD-C0EFD68E818F}" srcId="{E6DA5CEE-CCB1-4742-BE9B-9B219C01FD18}" destId="{3F9912B0-ABE1-47D6-A6E5-562C9AD5D41C}" srcOrd="1" destOrd="0" parTransId="{7AC8F074-737F-4846-9880-5E794ED6CDEA}" sibTransId="{5A59DE06-CB0F-4048-9FD4-B96B705C83FF}"/>
    <dgm:cxn modelId="{6F679708-4E62-4CD8-A257-803203BEBE56}" srcId="{403829CC-F3BD-4EEB-BB0A-DB58760F2FF2}" destId="{3E9487D9-8F00-45B6-A34C-946F532D47B0}" srcOrd="3" destOrd="0" parTransId="{1DEDD0E5-C404-4619-8551-E394B2FDBFAF}" sibTransId="{78234215-8044-40BE-A15B-37325F727371}"/>
    <dgm:cxn modelId="{A3E41426-4F41-4BE4-B270-AF83901E513D}" srcId="{403829CC-F3BD-4EEB-BB0A-DB58760F2FF2}" destId="{71ADE961-072C-4E40-998E-307762AF3A5C}" srcOrd="4" destOrd="0" parTransId="{56068EF3-C667-462C-886B-3DC2DD6A4B19}" sibTransId="{C67D055F-5567-4883-9C8B-71AAB287FC8A}"/>
    <dgm:cxn modelId="{BFB08731-4736-4B3A-8E4A-934C6ADFF163}" type="presOf" srcId="{3E9487D9-8F00-45B6-A34C-946F532D47B0}" destId="{A15C410F-B9A0-49AF-9834-63C5D5E659B0}" srcOrd="0" destOrd="3" presId="urn:microsoft.com/office/officeart/2018/5/layout/CenteredIconLabelDescriptionList"/>
    <dgm:cxn modelId="{0DCDB258-4389-452B-9D27-937304EE5FAE}" type="presOf" srcId="{E6DA5CEE-CCB1-4742-BE9B-9B219C01FD18}" destId="{01C9A316-94FF-44CF-9D0E-614EEBA5CED5}" srcOrd="0" destOrd="0" presId="urn:microsoft.com/office/officeart/2018/5/layout/CenteredIconLabelDescriptionList"/>
    <dgm:cxn modelId="{0C02EC7C-4E02-4B5D-987D-CF4DBE3D5446}" type="presOf" srcId="{701520A1-F3BF-4EA8-AF21-E46D92CBEE11}" destId="{A15C410F-B9A0-49AF-9834-63C5D5E659B0}" srcOrd="0" destOrd="2" presId="urn:microsoft.com/office/officeart/2018/5/layout/CenteredIconLabelDescriptionList"/>
    <dgm:cxn modelId="{1FC7FF92-6539-4680-8F33-8C29CDB0F0AD}" type="presOf" srcId="{89E37338-87F2-40F8-A75A-565D07F0537F}" destId="{49BD3FFB-68D4-41FE-9963-D30F16617A7A}" srcOrd="0" destOrd="0" presId="urn:microsoft.com/office/officeart/2018/5/layout/CenteredIconLabelDescriptionList"/>
    <dgm:cxn modelId="{6C3F429F-3C2B-44CA-89DD-2CD2FF580B0E}" type="presOf" srcId="{40879A88-7EA9-4D07-BD3A-B5BFF406B59D}" destId="{A15C410F-B9A0-49AF-9834-63C5D5E659B0}" srcOrd="0" destOrd="0" presId="urn:microsoft.com/office/officeart/2018/5/layout/CenteredIconLabelDescriptionList"/>
    <dgm:cxn modelId="{F3A629A5-8336-4BDE-BFFF-68FDDB1294FA}" srcId="{E6DA5CEE-CCB1-4742-BE9B-9B219C01FD18}" destId="{9ECBBF27-D929-4022-AC6A-6F43520CC3EA}" srcOrd="0" destOrd="0" parTransId="{FBF5388B-97FC-4499-A7BB-EBE286BA0B8C}" sibTransId="{D16364FF-C798-4F22-9152-760E1F269FBE}"/>
    <dgm:cxn modelId="{DFEE7AB9-0498-419D-8BE5-A807C712B2AA}" type="presOf" srcId="{403829CC-F3BD-4EEB-BB0A-DB58760F2FF2}" destId="{9FD64E82-E060-45D7-8CFB-7075CE9FF07B}" srcOrd="0" destOrd="0" presId="urn:microsoft.com/office/officeart/2018/5/layout/CenteredIconLabelDescriptionList"/>
    <dgm:cxn modelId="{0DA97CBD-E8A2-41C2-B45B-D78430FBF1DD}" srcId="{89E37338-87F2-40F8-A75A-565D07F0537F}" destId="{E6DA5CEE-CCB1-4742-BE9B-9B219C01FD18}" srcOrd="0" destOrd="0" parTransId="{EFB9530D-0E38-4357-BBAE-8F0E21C26E46}" sibTransId="{60F1B7E3-C4D5-41CB-80F1-9ACD51BFF7CC}"/>
    <dgm:cxn modelId="{6393A5C0-8A29-424D-88CF-20B2B0AF0A55}" srcId="{403829CC-F3BD-4EEB-BB0A-DB58760F2FF2}" destId="{701520A1-F3BF-4EA8-AF21-E46D92CBEE11}" srcOrd="2" destOrd="0" parTransId="{3B8B644D-8913-4CEC-AD13-368B00D9EBD3}" sibTransId="{8B7D71D9-9368-413A-8CE3-D01AA8243FE5}"/>
    <dgm:cxn modelId="{445892C7-C1EF-466F-A9F5-DF257CACA339}" srcId="{403829CC-F3BD-4EEB-BB0A-DB58760F2FF2}" destId="{40879A88-7EA9-4D07-BD3A-B5BFF406B59D}" srcOrd="0" destOrd="0" parTransId="{A2839971-1319-4865-82C3-8285C7D6D398}" sibTransId="{8A44E157-F2B0-41F2-8C7E-AC561F27FDBB}"/>
    <dgm:cxn modelId="{35ED05D9-46D4-47B4-8FA9-2BBB98388052}" type="presOf" srcId="{819FD521-75CB-46BC-B000-07AA4424980B}" destId="{A15C410F-B9A0-49AF-9834-63C5D5E659B0}" srcOrd="0" destOrd="1" presId="urn:microsoft.com/office/officeart/2018/5/layout/CenteredIconLabelDescriptionList"/>
    <dgm:cxn modelId="{DC9564DC-1269-432B-B2E3-348D08B77DF6}" srcId="{403829CC-F3BD-4EEB-BB0A-DB58760F2FF2}" destId="{819FD521-75CB-46BC-B000-07AA4424980B}" srcOrd="1" destOrd="0" parTransId="{B93E7DD9-C3F2-4674-A0C5-772DEB8D8660}" sibTransId="{D13BE0A9-20A9-4AC6-8428-EEC15F554C81}"/>
    <dgm:cxn modelId="{9841E1DF-271D-4E5D-B97A-8A0490452603}" type="presOf" srcId="{71ADE961-072C-4E40-998E-307762AF3A5C}" destId="{A15C410F-B9A0-49AF-9834-63C5D5E659B0}" srcOrd="0" destOrd="4" presId="urn:microsoft.com/office/officeart/2018/5/layout/CenteredIconLabelDescriptionList"/>
    <dgm:cxn modelId="{40BD96E3-BD73-4D03-9A32-31ACD5B06854}" srcId="{89E37338-87F2-40F8-A75A-565D07F0537F}" destId="{403829CC-F3BD-4EEB-BB0A-DB58760F2FF2}" srcOrd="1" destOrd="0" parTransId="{4261954A-6CA6-400E-AAB8-28AC21E446D2}" sibTransId="{2577B518-F357-4F84-B8DA-C18BB65634F7}"/>
    <dgm:cxn modelId="{F106C9F1-58EA-4225-B3AD-6C5D0B235F73}" type="presOf" srcId="{3F9912B0-ABE1-47D6-A6E5-562C9AD5D41C}" destId="{E3BD026D-8039-465C-9396-32D1F9420F96}" srcOrd="0" destOrd="1" presId="urn:microsoft.com/office/officeart/2018/5/layout/CenteredIconLabelDescriptionList"/>
    <dgm:cxn modelId="{EABDCE53-0DD7-4026-8386-7C0E498530F9}" type="presParOf" srcId="{49BD3FFB-68D4-41FE-9963-D30F16617A7A}" destId="{2BD841CF-4D72-4F8C-BBEE-2CEA0450688C}" srcOrd="0" destOrd="0" presId="urn:microsoft.com/office/officeart/2018/5/layout/CenteredIconLabelDescriptionList"/>
    <dgm:cxn modelId="{B19DF4A8-556C-48E7-B510-D3442EA84A29}" type="presParOf" srcId="{2BD841CF-4D72-4F8C-BBEE-2CEA0450688C}" destId="{8F83429C-81D5-49D2-AAB5-BB42B98CD0C3}" srcOrd="0" destOrd="0" presId="urn:microsoft.com/office/officeart/2018/5/layout/CenteredIconLabelDescriptionList"/>
    <dgm:cxn modelId="{1A2A3582-2918-4257-87D7-3FEA977F087C}" type="presParOf" srcId="{2BD841CF-4D72-4F8C-BBEE-2CEA0450688C}" destId="{3304F6B6-D55B-4F26-9CCB-F35DFD0B4DE1}" srcOrd="1" destOrd="0" presId="urn:microsoft.com/office/officeart/2018/5/layout/CenteredIconLabelDescriptionList"/>
    <dgm:cxn modelId="{D6E39CAB-9AA1-4D36-BD9B-3957F24D9F99}" type="presParOf" srcId="{2BD841CF-4D72-4F8C-BBEE-2CEA0450688C}" destId="{01C9A316-94FF-44CF-9D0E-614EEBA5CED5}" srcOrd="2" destOrd="0" presId="urn:microsoft.com/office/officeart/2018/5/layout/CenteredIconLabelDescriptionList"/>
    <dgm:cxn modelId="{33F76FB3-8764-48F7-8326-5D9A44EE24CA}" type="presParOf" srcId="{2BD841CF-4D72-4F8C-BBEE-2CEA0450688C}" destId="{A2FF8C6E-3DCC-4A87-A625-6472EA27B512}" srcOrd="3" destOrd="0" presId="urn:microsoft.com/office/officeart/2018/5/layout/CenteredIconLabelDescriptionList"/>
    <dgm:cxn modelId="{E19E375F-35BD-4252-890C-37193925ECC5}" type="presParOf" srcId="{2BD841CF-4D72-4F8C-BBEE-2CEA0450688C}" destId="{E3BD026D-8039-465C-9396-32D1F9420F96}" srcOrd="4" destOrd="0" presId="urn:microsoft.com/office/officeart/2018/5/layout/CenteredIconLabelDescriptionList"/>
    <dgm:cxn modelId="{5565D85C-ACF6-43E4-BC5B-D38675B25D62}" type="presParOf" srcId="{49BD3FFB-68D4-41FE-9963-D30F16617A7A}" destId="{52D619C2-17F9-42D3-A5D2-B4BA36D0A49A}" srcOrd="1" destOrd="0" presId="urn:microsoft.com/office/officeart/2018/5/layout/CenteredIconLabelDescriptionList"/>
    <dgm:cxn modelId="{92CFE12A-EDCB-41B2-B9D2-0E34CB44FA91}" type="presParOf" srcId="{49BD3FFB-68D4-41FE-9963-D30F16617A7A}" destId="{F1B6FAAF-A3E1-4ADF-9FE7-AF527BF4FF30}" srcOrd="2" destOrd="0" presId="urn:microsoft.com/office/officeart/2018/5/layout/CenteredIconLabelDescriptionList"/>
    <dgm:cxn modelId="{FC6E536F-1DA2-40D9-90E5-FE129089D202}" type="presParOf" srcId="{F1B6FAAF-A3E1-4ADF-9FE7-AF527BF4FF30}" destId="{BE42B39F-9E49-49DD-B645-38CBAFE8DA3E}" srcOrd="0" destOrd="0" presId="urn:microsoft.com/office/officeart/2018/5/layout/CenteredIconLabelDescriptionList"/>
    <dgm:cxn modelId="{48DEB171-C0B7-45FA-94B5-E98CB840A4CF}" type="presParOf" srcId="{F1B6FAAF-A3E1-4ADF-9FE7-AF527BF4FF30}" destId="{45D9010A-FFF6-4310-8958-8FE4A7FBE754}" srcOrd="1" destOrd="0" presId="urn:microsoft.com/office/officeart/2018/5/layout/CenteredIconLabelDescriptionList"/>
    <dgm:cxn modelId="{6E9003A5-B72C-4622-99E6-1F23471D6F4B}" type="presParOf" srcId="{F1B6FAAF-A3E1-4ADF-9FE7-AF527BF4FF30}" destId="{9FD64E82-E060-45D7-8CFB-7075CE9FF07B}" srcOrd="2" destOrd="0" presId="urn:microsoft.com/office/officeart/2018/5/layout/CenteredIconLabelDescriptionList"/>
    <dgm:cxn modelId="{04E2DE4A-FF15-4B94-9996-7E7A12183444}" type="presParOf" srcId="{F1B6FAAF-A3E1-4ADF-9FE7-AF527BF4FF30}" destId="{9D1C3240-D815-4597-BAED-B8446E3B403A}" srcOrd="3" destOrd="0" presId="urn:microsoft.com/office/officeart/2018/5/layout/CenteredIconLabelDescriptionList"/>
    <dgm:cxn modelId="{830AF428-D010-4F7D-A0A6-3A6F1C2AFCCA}" type="presParOf" srcId="{F1B6FAAF-A3E1-4ADF-9FE7-AF527BF4FF30}" destId="{A15C410F-B9A0-49AF-9834-63C5D5E659B0}"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A581E5AE-9E14-4E58-8EB2-6BB1F2C2DB40}"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C9CB24ED-8012-4E8B-9437-BCF979412244}">
      <dgm:prSet/>
      <dgm:spPr/>
      <dgm:t>
        <a:bodyPr/>
        <a:lstStyle/>
        <a:p>
          <a:r>
            <a:rPr lang="en-US"/>
            <a:t>It is important to emphasize that ICS honeypots present additional requirements compared to traditional ones</a:t>
          </a:r>
        </a:p>
      </dgm:t>
    </dgm:pt>
    <dgm:pt modelId="{57AA0B47-2DBB-4CE8-9CC1-093C78C98552}" type="parTrans" cxnId="{724FDE86-B47C-4CD6-98D2-47AC503EDED7}">
      <dgm:prSet/>
      <dgm:spPr/>
      <dgm:t>
        <a:bodyPr/>
        <a:lstStyle/>
        <a:p>
          <a:endParaRPr lang="en-US"/>
        </a:p>
      </dgm:t>
    </dgm:pt>
    <dgm:pt modelId="{7F140511-3F26-4A03-8AEA-3055D050A66C}" type="sibTrans" cxnId="{724FDE86-B47C-4CD6-98D2-47AC503EDED7}">
      <dgm:prSet/>
      <dgm:spPr/>
      <dgm:t>
        <a:bodyPr/>
        <a:lstStyle/>
        <a:p>
          <a:endParaRPr lang="en-US"/>
        </a:p>
      </dgm:t>
    </dgm:pt>
    <dgm:pt modelId="{D97BC104-E110-43C1-AD4D-C45B8E91056D}">
      <dgm:prSet/>
      <dgm:spPr/>
      <dgm:t>
        <a:bodyPr/>
        <a:lstStyle/>
        <a:p>
          <a:r>
            <a:rPr lang="en-US"/>
            <a:t>Time and Determinism constraints ( the most important two )</a:t>
          </a:r>
        </a:p>
      </dgm:t>
    </dgm:pt>
    <dgm:pt modelId="{31D5B334-0801-4682-9CBA-97FE73227219}" type="parTrans" cxnId="{E889FA63-6F0F-4032-955A-267B79B045C2}">
      <dgm:prSet/>
      <dgm:spPr/>
      <dgm:t>
        <a:bodyPr/>
        <a:lstStyle/>
        <a:p>
          <a:endParaRPr lang="en-US"/>
        </a:p>
      </dgm:t>
    </dgm:pt>
    <dgm:pt modelId="{0081FFD4-6E05-4225-9084-86F9D1128BFB}" type="sibTrans" cxnId="{E889FA63-6F0F-4032-955A-267B79B045C2}">
      <dgm:prSet/>
      <dgm:spPr/>
      <dgm:t>
        <a:bodyPr/>
        <a:lstStyle/>
        <a:p>
          <a:endParaRPr lang="en-US"/>
        </a:p>
      </dgm:t>
    </dgm:pt>
    <dgm:pt modelId="{95AE4B2A-B915-4172-8F39-17E73C25DD5A}">
      <dgm:prSet/>
      <dgm:spPr/>
      <dgm:t>
        <a:bodyPr/>
        <a:lstStyle/>
        <a:p>
          <a:r>
            <a:rPr lang="en-US" dirty="0"/>
            <a:t>ICS devices have to complete a sequence of tasks within a critical time interval, and in precise order, that’s why it uses a Real Time OS with a deterministic scheduler.</a:t>
          </a:r>
        </a:p>
      </dgm:t>
    </dgm:pt>
    <dgm:pt modelId="{1839331A-A0B7-484C-8026-C83655F721C8}" type="parTrans" cxnId="{0D1CCF9F-FD78-4EFF-8BD5-C89CB5E1F350}">
      <dgm:prSet/>
      <dgm:spPr/>
      <dgm:t>
        <a:bodyPr/>
        <a:lstStyle/>
        <a:p>
          <a:endParaRPr lang="en-US"/>
        </a:p>
      </dgm:t>
    </dgm:pt>
    <dgm:pt modelId="{A4C44336-70AE-4891-AA4D-F7D786228F6A}" type="sibTrans" cxnId="{0D1CCF9F-FD78-4EFF-8BD5-C89CB5E1F350}">
      <dgm:prSet/>
      <dgm:spPr/>
      <dgm:t>
        <a:bodyPr/>
        <a:lstStyle/>
        <a:p>
          <a:endParaRPr lang="en-US"/>
        </a:p>
      </dgm:t>
    </dgm:pt>
    <dgm:pt modelId="{7268A460-290E-40F7-B95E-0E7762F5F955}">
      <dgm:prSet/>
      <dgm:spPr/>
      <dgm:t>
        <a:bodyPr/>
        <a:lstStyle/>
        <a:p>
          <a:r>
            <a:rPr lang="en-US"/>
            <a:t>In the same manner, ICS packets are sent over the network with a specific order, and they had to reach their destinations within a time period, that’s why industrial protocols, such as Ethernet/IP, are extended with special application layer features to address these requirements</a:t>
          </a:r>
        </a:p>
      </dgm:t>
    </dgm:pt>
    <dgm:pt modelId="{E374E92C-84BA-4391-B174-516919C42A16}" type="parTrans" cxnId="{BC4269C7-234A-4863-A9BB-24AD790D5495}">
      <dgm:prSet/>
      <dgm:spPr/>
      <dgm:t>
        <a:bodyPr/>
        <a:lstStyle/>
        <a:p>
          <a:endParaRPr lang="en-US"/>
        </a:p>
      </dgm:t>
    </dgm:pt>
    <dgm:pt modelId="{E01A869F-E385-4062-A0D9-9897257E483C}" type="sibTrans" cxnId="{BC4269C7-234A-4863-A9BB-24AD790D5495}">
      <dgm:prSet/>
      <dgm:spPr/>
      <dgm:t>
        <a:bodyPr/>
        <a:lstStyle/>
        <a:p>
          <a:endParaRPr lang="en-US"/>
        </a:p>
      </dgm:t>
    </dgm:pt>
    <dgm:pt modelId="{E8DEFEC6-BB71-49E1-9763-F98C99390E67}">
      <dgm:prSet/>
      <dgm:spPr/>
      <dgm:t>
        <a:bodyPr/>
        <a:lstStyle/>
        <a:p>
          <a:r>
            <a:rPr lang="en-US"/>
            <a:t>If these constraints are not satisfied, the attacker can easily detect the honeypot with simple tests.</a:t>
          </a:r>
        </a:p>
      </dgm:t>
    </dgm:pt>
    <dgm:pt modelId="{57AAFDCC-CED4-4FD8-8344-A1EE976D0965}" type="parTrans" cxnId="{2839ACF9-EF4F-4473-82BB-E4EC11E3174E}">
      <dgm:prSet/>
      <dgm:spPr/>
      <dgm:t>
        <a:bodyPr/>
        <a:lstStyle/>
        <a:p>
          <a:endParaRPr lang="en-US"/>
        </a:p>
      </dgm:t>
    </dgm:pt>
    <dgm:pt modelId="{0C9489C5-A415-4B67-8CD3-78DBEBEADF85}" type="sibTrans" cxnId="{2839ACF9-EF4F-4473-82BB-E4EC11E3174E}">
      <dgm:prSet/>
      <dgm:spPr/>
      <dgm:t>
        <a:bodyPr/>
        <a:lstStyle/>
        <a:p>
          <a:endParaRPr lang="en-US"/>
        </a:p>
      </dgm:t>
    </dgm:pt>
    <dgm:pt modelId="{716EAD26-D9B1-41AC-918D-57F6CA69D06F}" type="pres">
      <dgm:prSet presAssocID="{A581E5AE-9E14-4E58-8EB2-6BB1F2C2DB40}" presName="root" presStyleCnt="0">
        <dgm:presLayoutVars>
          <dgm:dir/>
          <dgm:resizeHandles val="exact"/>
        </dgm:presLayoutVars>
      </dgm:prSet>
      <dgm:spPr/>
    </dgm:pt>
    <dgm:pt modelId="{114C3AC6-DBBD-4F9E-BE5E-DED02653FA9B}" type="pres">
      <dgm:prSet presAssocID="{C9CB24ED-8012-4E8B-9437-BCF979412244}" presName="compNode" presStyleCnt="0"/>
      <dgm:spPr/>
    </dgm:pt>
    <dgm:pt modelId="{F23BFE30-E8B5-4C79-B172-152AB65C0583}" type="pres">
      <dgm:prSet presAssocID="{C9CB24ED-8012-4E8B-9437-BCF979412244}" presName="bgRect" presStyleLbl="bgShp" presStyleIdx="0" presStyleCnt="4"/>
      <dgm:spPr/>
    </dgm:pt>
    <dgm:pt modelId="{49F902BF-6BDF-4E8F-A8DB-518B31BE93B3}" type="pres">
      <dgm:prSet presAssocID="{C9CB24ED-8012-4E8B-9437-BCF979412244}"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ight Bulb and Gear"/>
        </a:ext>
      </dgm:extLst>
    </dgm:pt>
    <dgm:pt modelId="{146DC015-E0B6-4412-A9F8-4598D47C883D}" type="pres">
      <dgm:prSet presAssocID="{C9CB24ED-8012-4E8B-9437-BCF979412244}" presName="spaceRect" presStyleCnt="0"/>
      <dgm:spPr/>
    </dgm:pt>
    <dgm:pt modelId="{B5751EB7-C19A-4394-81E9-87D3C02D84AE}" type="pres">
      <dgm:prSet presAssocID="{C9CB24ED-8012-4E8B-9437-BCF979412244}" presName="parTx" presStyleLbl="revTx" presStyleIdx="0" presStyleCnt="5">
        <dgm:presLayoutVars>
          <dgm:chMax val="0"/>
          <dgm:chPref val="0"/>
        </dgm:presLayoutVars>
      </dgm:prSet>
      <dgm:spPr/>
    </dgm:pt>
    <dgm:pt modelId="{4C6360A9-6E68-4B17-B399-785E94E12E2B}" type="pres">
      <dgm:prSet presAssocID="{C9CB24ED-8012-4E8B-9437-BCF979412244}" presName="desTx" presStyleLbl="revTx" presStyleIdx="1" presStyleCnt="5">
        <dgm:presLayoutVars/>
      </dgm:prSet>
      <dgm:spPr/>
    </dgm:pt>
    <dgm:pt modelId="{50815861-D5B6-48D4-9726-83A1982922FC}" type="pres">
      <dgm:prSet presAssocID="{7F140511-3F26-4A03-8AEA-3055D050A66C}" presName="sibTrans" presStyleCnt="0"/>
      <dgm:spPr/>
    </dgm:pt>
    <dgm:pt modelId="{3A585A60-34DC-47FD-AD50-1161DCCD41A3}" type="pres">
      <dgm:prSet presAssocID="{95AE4B2A-B915-4172-8F39-17E73C25DD5A}" presName="compNode" presStyleCnt="0"/>
      <dgm:spPr/>
    </dgm:pt>
    <dgm:pt modelId="{9F612C81-0B86-434E-96A7-9BE6584A2626}" type="pres">
      <dgm:prSet presAssocID="{95AE4B2A-B915-4172-8F39-17E73C25DD5A}" presName="bgRect" presStyleLbl="bgShp" presStyleIdx="1" presStyleCnt="4"/>
      <dgm:spPr/>
    </dgm:pt>
    <dgm:pt modelId="{3B8C55ED-2DE5-42F1-9E80-8C5DAD1ACF65}" type="pres">
      <dgm:prSet presAssocID="{95AE4B2A-B915-4172-8F39-17E73C25DD5A}"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opwatch"/>
        </a:ext>
      </dgm:extLst>
    </dgm:pt>
    <dgm:pt modelId="{FAB1C97E-4959-4BBC-BFEF-8935C40816C8}" type="pres">
      <dgm:prSet presAssocID="{95AE4B2A-B915-4172-8F39-17E73C25DD5A}" presName="spaceRect" presStyleCnt="0"/>
      <dgm:spPr/>
    </dgm:pt>
    <dgm:pt modelId="{51118CEE-9027-4BA5-BC52-7F8310EB1637}" type="pres">
      <dgm:prSet presAssocID="{95AE4B2A-B915-4172-8F39-17E73C25DD5A}" presName="parTx" presStyleLbl="revTx" presStyleIdx="2" presStyleCnt="5">
        <dgm:presLayoutVars>
          <dgm:chMax val="0"/>
          <dgm:chPref val="0"/>
        </dgm:presLayoutVars>
      </dgm:prSet>
      <dgm:spPr/>
    </dgm:pt>
    <dgm:pt modelId="{6E2B00A8-25F9-4708-ADD8-2915EE9ED269}" type="pres">
      <dgm:prSet presAssocID="{A4C44336-70AE-4891-AA4D-F7D786228F6A}" presName="sibTrans" presStyleCnt="0"/>
      <dgm:spPr/>
    </dgm:pt>
    <dgm:pt modelId="{3DE4015F-D675-40CD-9443-3A4C474D912C}" type="pres">
      <dgm:prSet presAssocID="{7268A460-290E-40F7-B95E-0E7762F5F955}" presName="compNode" presStyleCnt="0"/>
      <dgm:spPr/>
    </dgm:pt>
    <dgm:pt modelId="{AE5D237A-A7F8-4923-8B41-A29E5D2ECABA}" type="pres">
      <dgm:prSet presAssocID="{7268A460-290E-40F7-B95E-0E7762F5F955}" presName="bgRect" presStyleLbl="bgShp" presStyleIdx="2" presStyleCnt="4"/>
      <dgm:spPr/>
    </dgm:pt>
    <dgm:pt modelId="{EFEBBC7E-AD9A-4FB3-8BB2-CE4C64DFFE91}" type="pres">
      <dgm:prSet presAssocID="{7268A460-290E-40F7-B95E-0E7762F5F955}"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ser Network"/>
        </a:ext>
      </dgm:extLst>
    </dgm:pt>
    <dgm:pt modelId="{94AC2511-7373-46CA-BB14-B93966CF58B9}" type="pres">
      <dgm:prSet presAssocID="{7268A460-290E-40F7-B95E-0E7762F5F955}" presName="spaceRect" presStyleCnt="0"/>
      <dgm:spPr/>
    </dgm:pt>
    <dgm:pt modelId="{1325F19A-DBC2-4107-9044-BBC44D94B210}" type="pres">
      <dgm:prSet presAssocID="{7268A460-290E-40F7-B95E-0E7762F5F955}" presName="parTx" presStyleLbl="revTx" presStyleIdx="3" presStyleCnt="5">
        <dgm:presLayoutVars>
          <dgm:chMax val="0"/>
          <dgm:chPref val="0"/>
        </dgm:presLayoutVars>
      </dgm:prSet>
      <dgm:spPr/>
    </dgm:pt>
    <dgm:pt modelId="{535C0752-4464-4ADC-A290-A05A750B97CA}" type="pres">
      <dgm:prSet presAssocID="{E01A869F-E385-4062-A0D9-9897257E483C}" presName="sibTrans" presStyleCnt="0"/>
      <dgm:spPr/>
    </dgm:pt>
    <dgm:pt modelId="{F163A208-0E36-451D-9AAB-67A104673681}" type="pres">
      <dgm:prSet presAssocID="{E8DEFEC6-BB71-49E1-9763-F98C99390E67}" presName="compNode" presStyleCnt="0"/>
      <dgm:spPr/>
    </dgm:pt>
    <dgm:pt modelId="{E69D743C-9591-4E27-BAF8-A0266DCB52CF}" type="pres">
      <dgm:prSet presAssocID="{E8DEFEC6-BB71-49E1-9763-F98C99390E67}" presName="bgRect" presStyleLbl="bgShp" presStyleIdx="3" presStyleCnt="4"/>
      <dgm:spPr/>
    </dgm:pt>
    <dgm:pt modelId="{89B5E0B2-4DFF-42EF-94E4-220B13AFB8CE}" type="pres">
      <dgm:prSet presAssocID="{E8DEFEC6-BB71-49E1-9763-F98C99390E67}"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isconnected"/>
        </a:ext>
      </dgm:extLst>
    </dgm:pt>
    <dgm:pt modelId="{99F74362-87CF-47A7-9EB3-25A438A54A94}" type="pres">
      <dgm:prSet presAssocID="{E8DEFEC6-BB71-49E1-9763-F98C99390E67}" presName="spaceRect" presStyleCnt="0"/>
      <dgm:spPr/>
    </dgm:pt>
    <dgm:pt modelId="{3002321A-6B93-4F2A-BBC0-D017D38D20A0}" type="pres">
      <dgm:prSet presAssocID="{E8DEFEC6-BB71-49E1-9763-F98C99390E67}" presName="parTx" presStyleLbl="revTx" presStyleIdx="4" presStyleCnt="5">
        <dgm:presLayoutVars>
          <dgm:chMax val="0"/>
          <dgm:chPref val="0"/>
        </dgm:presLayoutVars>
      </dgm:prSet>
      <dgm:spPr/>
    </dgm:pt>
  </dgm:ptLst>
  <dgm:cxnLst>
    <dgm:cxn modelId="{F83DEB12-106B-49F3-9918-C6B6DB7F1B89}" type="presOf" srcId="{D97BC104-E110-43C1-AD4D-C45B8E91056D}" destId="{4C6360A9-6E68-4B17-B399-785E94E12E2B}" srcOrd="0" destOrd="0" presId="urn:microsoft.com/office/officeart/2018/2/layout/IconVerticalSolidList"/>
    <dgm:cxn modelId="{E889FA63-6F0F-4032-955A-267B79B045C2}" srcId="{C9CB24ED-8012-4E8B-9437-BCF979412244}" destId="{D97BC104-E110-43C1-AD4D-C45B8E91056D}" srcOrd="0" destOrd="0" parTransId="{31D5B334-0801-4682-9CBA-97FE73227219}" sibTransId="{0081FFD4-6E05-4225-9084-86F9D1128BFB}"/>
    <dgm:cxn modelId="{33697C75-D22F-49D5-809B-CCCD19D55202}" type="presOf" srcId="{95AE4B2A-B915-4172-8F39-17E73C25DD5A}" destId="{51118CEE-9027-4BA5-BC52-7F8310EB1637}" srcOrd="0" destOrd="0" presId="urn:microsoft.com/office/officeart/2018/2/layout/IconVerticalSolidList"/>
    <dgm:cxn modelId="{643B5281-74EF-4C8A-9535-00BD43896C61}" type="presOf" srcId="{E8DEFEC6-BB71-49E1-9763-F98C99390E67}" destId="{3002321A-6B93-4F2A-BBC0-D017D38D20A0}" srcOrd="0" destOrd="0" presId="urn:microsoft.com/office/officeart/2018/2/layout/IconVerticalSolidList"/>
    <dgm:cxn modelId="{724FDE86-B47C-4CD6-98D2-47AC503EDED7}" srcId="{A581E5AE-9E14-4E58-8EB2-6BB1F2C2DB40}" destId="{C9CB24ED-8012-4E8B-9437-BCF979412244}" srcOrd="0" destOrd="0" parTransId="{57AA0B47-2DBB-4CE8-9CC1-093C78C98552}" sibTransId="{7F140511-3F26-4A03-8AEA-3055D050A66C}"/>
    <dgm:cxn modelId="{0D1CCF9F-FD78-4EFF-8BD5-C89CB5E1F350}" srcId="{A581E5AE-9E14-4E58-8EB2-6BB1F2C2DB40}" destId="{95AE4B2A-B915-4172-8F39-17E73C25DD5A}" srcOrd="1" destOrd="0" parTransId="{1839331A-A0B7-484C-8026-C83655F721C8}" sibTransId="{A4C44336-70AE-4891-AA4D-F7D786228F6A}"/>
    <dgm:cxn modelId="{0AD627A2-993F-4966-800D-7F6BC28C2251}" type="presOf" srcId="{A581E5AE-9E14-4E58-8EB2-6BB1F2C2DB40}" destId="{716EAD26-D9B1-41AC-918D-57F6CA69D06F}" srcOrd="0" destOrd="0" presId="urn:microsoft.com/office/officeart/2018/2/layout/IconVerticalSolidList"/>
    <dgm:cxn modelId="{5185FBA4-65A8-469E-B3F1-9336D1C3AD31}" type="presOf" srcId="{7268A460-290E-40F7-B95E-0E7762F5F955}" destId="{1325F19A-DBC2-4107-9044-BBC44D94B210}" srcOrd="0" destOrd="0" presId="urn:microsoft.com/office/officeart/2018/2/layout/IconVerticalSolidList"/>
    <dgm:cxn modelId="{C045C3C1-9B05-4D4F-9D83-8F3A460E2E05}" type="presOf" srcId="{C9CB24ED-8012-4E8B-9437-BCF979412244}" destId="{B5751EB7-C19A-4394-81E9-87D3C02D84AE}" srcOrd="0" destOrd="0" presId="urn:microsoft.com/office/officeart/2018/2/layout/IconVerticalSolidList"/>
    <dgm:cxn modelId="{BC4269C7-234A-4863-A9BB-24AD790D5495}" srcId="{A581E5AE-9E14-4E58-8EB2-6BB1F2C2DB40}" destId="{7268A460-290E-40F7-B95E-0E7762F5F955}" srcOrd="2" destOrd="0" parTransId="{E374E92C-84BA-4391-B174-516919C42A16}" sibTransId="{E01A869F-E385-4062-A0D9-9897257E483C}"/>
    <dgm:cxn modelId="{2839ACF9-EF4F-4473-82BB-E4EC11E3174E}" srcId="{A581E5AE-9E14-4E58-8EB2-6BB1F2C2DB40}" destId="{E8DEFEC6-BB71-49E1-9763-F98C99390E67}" srcOrd="3" destOrd="0" parTransId="{57AAFDCC-CED4-4FD8-8344-A1EE976D0965}" sibTransId="{0C9489C5-A415-4B67-8CD3-78DBEBEADF85}"/>
    <dgm:cxn modelId="{06A575BE-DCBE-432D-9B7B-B597B3C99DF5}" type="presParOf" srcId="{716EAD26-D9B1-41AC-918D-57F6CA69D06F}" destId="{114C3AC6-DBBD-4F9E-BE5E-DED02653FA9B}" srcOrd="0" destOrd="0" presId="urn:microsoft.com/office/officeart/2018/2/layout/IconVerticalSolidList"/>
    <dgm:cxn modelId="{FDFA89CB-5AA7-437A-BF36-CE3A8CD59F19}" type="presParOf" srcId="{114C3AC6-DBBD-4F9E-BE5E-DED02653FA9B}" destId="{F23BFE30-E8B5-4C79-B172-152AB65C0583}" srcOrd="0" destOrd="0" presId="urn:microsoft.com/office/officeart/2018/2/layout/IconVerticalSolidList"/>
    <dgm:cxn modelId="{DC83E84B-7181-474C-A99A-637FECAFB4FF}" type="presParOf" srcId="{114C3AC6-DBBD-4F9E-BE5E-DED02653FA9B}" destId="{49F902BF-6BDF-4E8F-A8DB-518B31BE93B3}" srcOrd="1" destOrd="0" presId="urn:microsoft.com/office/officeart/2018/2/layout/IconVerticalSolidList"/>
    <dgm:cxn modelId="{421973D9-C9E4-4BB9-A290-20FEC3D21690}" type="presParOf" srcId="{114C3AC6-DBBD-4F9E-BE5E-DED02653FA9B}" destId="{146DC015-E0B6-4412-A9F8-4598D47C883D}" srcOrd="2" destOrd="0" presId="urn:microsoft.com/office/officeart/2018/2/layout/IconVerticalSolidList"/>
    <dgm:cxn modelId="{51172F12-3A25-4F8B-B45C-5F65EAFFE987}" type="presParOf" srcId="{114C3AC6-DBBD-4F9E-BE5E-DED02653FA9B}" destId="{B5751EB7-C19A-4394-81E9-87D3C02D84AE}" srcOrd="3" destOrd="0" presId="urn:microsoft.com/office/officeart/2018/2/layout/IconVerticalSolidList"/>
    <dgm:cxn modelId="{9A065139-9C8B-45B4-B07E-302866C62683}" type="presParOf" srcId="{114C3AC6-DBBD-4F9E-BE5E-DED02653FA9B}" destId="{4C6360A9-6E68-4B17-B399-785E94E12E2B}" srcOrd="4" destOrd="0" presId="urn:microsoft.com/office/officeart/2018/2/layout/IconVerticalSolidList"/>
    <dgm:cxn modelId="{0CA3BE3A-E82C-4F72-A15E-F14DB4F0E45E}" type="presParOf" srcId="{716EAD26-D9B1-41AC-918D-57F6CA69D06F}" destId="{50815861-D5B6-48D4-9726-83A1982922FC}" srcOrd="1" destOrd="0" presId="urn:microsoft.com/office/officeart/2018/2/layout/IconVerticalSolidList"/>
    <dgm:cxn modelId="{CDF61818-2982-433A-B1B6-815D4A8BC5BC}" type="presParOf" srcId="{716EAD26-D9B1-41AC-918D-57F6CA69D06F}" destId="{3A585A60-34DC-47FD-AD50-1161DCCD41A3}" srcOrd="2" destOrd="0" presId="urn:microsoft.com/office/officeart/2018/2/layout/IconVerticalSolidList"/>
    <dgm:cxn modelId="{3E7A7689-1B65-4E00-AD8D-A24203071CF4}" type="presParOf" srcId="{3A585A60-34DC-47FD-AD50-1161DCCD41A3}" destId="{9F612C81-0B86-434E-96A7-9BE6584A2626}" srcOrd="0" destOrd="0" presId="urn:microsoft.com/office/officeart/2018/2/layout/IconVerticalSolidList"/>
    <dgm:cxn modelId="{E3ACB12F-6708-4DDD-9B1F-53F0B8D3AB63}" type="presParOf" srcId="{3A585A60-34DC-47FD-AD50-1161DCCD41A3}" destId="{3B8C55ED-2DE5-42F1-9E80-8C5DAD1ACF65}" srcOrd="1" destOrd="0" presId="urn:microsoft.com/office/officeart/2018/2/layout/IconVerticalSolidList"/>
    <dgm:cxn modelId="{19D2DF92-F101-454B-BAFB-0B594FD583D3}" type="presParOf" srcId="{3A585A60-34DC-47FD-AD50-1161DCCD41A3}" destId="{FAB1C97E-4959-4BBC-BFEF-8935C40816C8}" srcOrd="2" destOrd="0" presId="urn:microsoft.com/office/officeart/2018/2/layout/IconVerticalSolidList"/>
    <dgm:cxn modelId="{E8D9FEF2-B0A3-450D-ADF4-ED9794D07610}" type="presParOf" srcId="{3A585A60-34DC-47FD-AD50-1161DCCD41A3}" destId="{51118CEE-9027-4BA5-BC52-7F8310EB1637}" srcOrd="3" destOrd="0" presId="urn:microsoft.com/office/officeart/2018/2/layout/IconVerticalSolidList"/>
    <dgm:cxn modelId="{04463C10-73F9-4BF3-8D12-590F7E6A5998}" type="presParOf" srcId="{716EAD26-D9B1-41AC-918D-57F6CA69D06F}" destId="{6E2B00A8-25F9-4708-ADD8-2915EE9ED269}" srcOrd="3" destOrd="0" presId="urn:microsoft.com/office/officeart/2018/2/layout/IconVerticalSolidList"/>
    <dgm:cxn modelId="{F31704F7-13F2-4710-B2F0-B8C6D164E4DF}" type="presParOf" srcId="{716EAD26-D9B1-41AC-918D-57F6CA69D06F}" destId="{3DE4015F-D675-40CD-9443-3A4C474D912C}" srcOrd="4" destOrd="0" presId="urn:microsoft.com/office/officeart/2018/2/layout/IconVerticalSolidList"/>
    <dgm:cxn modelId="{8290E927-881B-425A-9C04-4D6C861F52BA}" type="presParOf" srcId="{3DE4015F-D675-40CD-9443-3A4C474D912C}" destId="{AE5D237A-A7F8-4923-8B41-A29E5D2ECABA}" srcOrd="0" destOrd="0" presId="urn:microsoft.com/office/officeart/2018/2/layout/IconVerticalSolidList"/>
    <dgm:cxn modelId="{FA72A5F1-F75F-4DE0-B52C-D9A71629F3EF}" type="presParOf" srcId="{3DE4015F-D675-40CD-9443-3A4C474D912C}" destId="{EFEBBC7E-AD9A-4FB3-8BB2-CE4C64DFFE91}" srcOrd="1" destOrd="0" presId="urn:microsoft.com/office/officeart/2018/2/layout/IconVerticalSolidList"/>
    <dgm:cxn modelId="{F491BCD7-8663-4743-8879-2AC18D2A075A}" type="presParOf" srcId="{3DE4015F-D675-40CD-9443-3A4C474D912C}" destId="{94AC2511-7373-46CA-BB14-B93966CF58B9}" srcOrd="2" destOrd="0" presId="urn:microsoft.com/office/officeart/2018/2/layout/IconVerticalSolidList"/>
    <dgm:cxn modelId="{540EEE87-B8A2-447E-BA4E-70CD2BBE6D5F}" type="presParOf" srcId="{3DE4015F-D675-40CD-9443-3A4C474D912C}" destId="{1325F19A-DBC2-4107-9044-BBC44D94B210}" srcOrd="3" destOrd="0" presId="urn:microsoft.com/office/officeart/2018/2/layout/IconVerticalSolidList"/>
    <dgm:cxn modelId="{3011826E-441C-4B1F-98B0-5581E22858F0}" type="presParOf" srcId="{716EAD26-D9B1-41AC-918D-57F6CA69D06F}" destId="{535C0752-4464-4ADC-A290-A05A750B97CA}" srcOrd="5" destOrd="0" presId="urn:microsoft.com/office/officeart/2018/2/layout/IconVerticalSolidList"/>
    <dgm:cxn modelId="{3DDAC1C3-3725-4286-8A57-B76F7B7B3FB5}" type="presParOf" srcId="{716EAD26-D9B1-41AC-918D-57F6CA69D06F}" destId="{F163A208-0E36-451D-9AAB-67A104673681}" srcOrd="6" destOrd="0" presId="urn:microsoft.com/office/officeart/2018/2/layout/IconVerticalSolidList"/>
    <dgm:cxn modelId="{4D0B02BB-3973-4DD8-906C-0C4AB18E0496}" type="presParOf" srcId="{F163A208-0E36-451D-9AAB-67A104673681}" destId="{E69D743C-9591-4E27-BAF8-A0266DCB52CF}" srcOrd="0" destOrd="0" presId="urn:microsoft.com/office/officeart/2018/2/layout/IconVerticalSolidList"/>
    <dgm:cxn modelId="{FE8D38E7-936F-42A4-8EFA-D97EC691F1A6}" type="presParOf" srcId="{F163A208-0E36-451D-9AAB-67A104673681}" destId="{89B5E0B2-4DFF-42EF-94E4-220B13AFB8CE}" srcOrd="1" destOrd="0" presId="urn:microsoft.com/office/officeart/2018/2/layout/IconVerticalSolidList"/>
    <dgm:cxn modelId="{67183E91-C35E-4D1D-839C-D520A9BA12F3}" type="presParOf" srcId="{F163A208-0E36-451D-9AAB-67A104673681}" destId="{99F74362-87CF-47A7-9EB3-25A438A54A94}" srcOrd="2" destOrd="0" presId="urn:microsoft.com/office/officeart/2018/2/layout/IconVerticalSolidList"/>
    <dgm:cxn modelId="{15D90819-D61D-4F76-8720-08A7BF1BB018}" type="presParOf" srcId="{F163A208-0E36-451D-9AAB-67A104673681}" destId="{3002321A-6B93-4F2A-BBC0-D017D38D20A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754C0CEE-5226-46C2-A94F-C9C295382936}" type="doc">
      <dgm:prSet loTypeId="urn:microsoft.com/office/officeart/2016/7/layout/LinearBlockProcessNumbered" loCatId="process" qsTypeId="urn:microsoft.com/office/officeart/2005/8/quickstyle/simple1" qsCatId="simple" csTypeId="urn:microsoft.com/office/officeart/2005/8/colors/colorful1" csCatId="colorful"/>
      <dgm:spPr/>
      <dgm:t>
        <a:bodyPr/>
        <a:lstStyle/>
        <a:p>
          <a:endParaRPr lang="en-US"/>
        </a:p>
      </dgm:t>
    </dgm:pt>
    <dgm:pt modelId="{51DED163-4498-4391-87FB-2A682480C317}">
      <dgm:prSet/>
      <dgm:spPr/>
      <dgm:t>
        <a:bodyPr/>
        <a:lstStyle/>
        <a:p>
          <a:r>
            <a:rPr lang="en-US"/>
            <a:t>Attacker reaches honeypot via internet</a:t>
          </a:r>
        </a:p>
      </dgm:t>
    </dgm:pt>
    <dgm:pt modelId="{D5B2B5A7-FE89-44F8-9028-52A5B06EC924}" type="parTrans" cxnId="{6F33B4BD-D3D6-4151-8B6F-225FAE5C3841}">
      <dgm:prSet/>
      <dgm:spPr/>
      <dgm:t>
        <a:bodyPr/>
        <a:lstStyle/>
        <a:p>
          <a:endParaRPr lang="en-US"/>
        </a:p>
      </dgm:t>
    </dgm:pt>
    <dgm:pt modelId="{F103E415-1BC9-48F2-93C8-4901CBA89491}" type="sibTrans" cxnId="{6F33B4BD-D3D6-4151-8B6F-225FAE5C3841}">
      <dgm:prSet phldrT="01" phldr="0"/>
      <dgm:spPr/>
      <dgm:t>
        <a:bodyPr/>
        <a:lstStyle/>
        <a:p>
          <a:r>
            <a:rPr lang="en-US"/>
            <a:t>01</a:t>
          </a:r>
        </a:p>
      </dgm:t>
    </dgm:pt>
    <dgm:pt modelId="{083C0873-C6FA-4F02-98EA-7917301C0661}">
      <dgm:prSet/>
      <dgm:spPr/>
      <dgm:t>
        <a:bodyPr/>
        <a:lstStyle/>
        <a:p>
          <a:r>
            <a:rPr lang="en-US"/>
            <a:t>Can perform active and passive reconnaissance</a:t>
          </a:r>
        </a:p>
      </dgm:t>
    </dgm:pt>
    <dgm:pt modelId="{A774A803-7356-49A9-96E7-056315913EDB}" type="parTrans" cxnId="{DB3924C8-1E44-4E44-890D-7A9CB8FEADDB}">
      <dgm:prSet/>
      <dgm:spPr/>
      <dgm:t>
        <a:bodyPr/>
        <a:lstStyle/>
        <a:p>
          <a:endParaRPr lang="en-US"/>
        </a:p>
      </dgm:t>
    </dgm:pt>
    <dgm:pt modelId="{3CDCA7A0-FDDD-4A41-B94B-B6DB2775AE73}" type="sibTrans" cxnId="{DB3924C8-1E44-4E44-890D-7A9CB8FEADDB}">
      <dgm:prSet phldrT="02" phldr="0"/>
      <dgm:spPr/>
      <dgm:t>
        <a:bodyPr/>
        <a:lstStyle/>
        <a:p>
          <a:r>
            <a:rPr lang="en-US"/>
            <a:t>02</a:t>
          </a:r>
        </a:p>
      </dgm:t>
    </dgm:pt>
    <dgm:pt modelId="{E11F8EBE-DE7E-44F6-B011-87104AC4D9B5}">
      <dgm:prSet/>
      <dgm:spPr/>
      <dgm:t>
        <a:bodyPr/>
        <a:lstStyle/>
        <a:p>
          <a:r>
            <a:rPr lang="en-US"/>
            <a:t>Can try DoS, MITM, and logic manipulation attacks</a:t>
          </a:r>
        </a:p>
      </dgm:t>
    </dgm:pt>
    <dgm:pt modelId="{7580865F-4A55-4570-AC4A-7E9BE39CE78F}" type="parTrans" cxnId="{FC23B6BD-E66B-48D0-8EC8-0BB455CDBAEF}">
      <dgm:prSet/>
      <dgm:spPr/>
      <dgm:t>
        <a:bodyPr/>
        <a:lstStyle/>
        <a:p>
          <a:endParaRPr lang="en-US"/>
        </a:p>
      </dgm:t>
    </dgm:pt>
    <dgm:pt modelId="{13D27A81-37DF-4F8E-8D74-A27250DEC99D}" type="sibTrans" cxnId="{FC23B6BD-E66B-48D0-8EC8-0BB455CDBAEF}">
      <dgm:prSet phldrT="03" phldr="0"/>
      <dgm:spPr/>
      <dgm:t>
        <a:bodyPr/>
        <a:lstStyle/>
        <a:p>
          <a:r>
            <a:rPr lang="en-US"/>
            <a:t>03</a:t>
          </a:r>
        </a:p>
      </dgm:t>
    </dgm:pt>
    <dgm:pt modelId="{FDCCA418-DDF8-4C05-B51E-A955F12E3C0E}">
      <dgm:prSet/>
      <dgm:spPr/>
      <dgm:t>
        <a:bodyPr/>
        <a:lstStyle/>
        <a:p>
          <a:r>
            <a:rPr lang="en-US"/>
            <a:t>Limited to network-based access through intentionally exposed services</a:t>
          </a:r>
        </a:p>
      </dgm:t>
    </dgm:pt>
    <dgm:pt modelId="{D1F68CDB-34C7-4129-AAE3-6118D82B1B4E}" type="parTrans" cxnId="{53BB3398-ADC4-464E-860C-B0B549B2CA1F}">
      <dgm:prSet/>
      <dgm:spPr/>
      <dgm:t>
        <a:bodyPr/>
        <a:lstStyle/>
        <a:p>
          <a:endParaRPr lang="en-US"/>
        </a:p>
      </dgm:t>
    </dgm:pt>
    <dgm:pt modelId="{175203C5-B569-42FA-B884-662964D33EB1}" type="sibTrans" cxnId="{53BB3398-ADC4-464E-860C-B0B549B2CA1F}">
      <dgm:prSet phldrT="04" phldr="0"/>
      <dgm:spPr/>
      <dgm:t>
        <a:bodyPr/>
        <a:lstStyle/>
        <a:p>
          <a:r>
            <a:rPr lang="en-US"/>
            <a:t>04</a:t>
          </a:r>
        </a:p>
      </dgm:t>
    </dgm:pt>
    <dgm:pt modelId="{9A14E6AE-D83C-4DF2-A681-CA3DE95A12D8}" type="pres">
      <dgm:prSet presAssocID="{754C0CEE-5226-46C2-A94F-C9C295382936}" presName="Name0" presStyleCnt="0">
        <dgm:presLayoutVars>
          <dgm:animLvl val="lvl"/>
          <dgm:resizeHandles val="exact"/>
        </dgm:presLayoutVars>
      </dgm:prSet>
      <dgm:spPr/>
    </dgm:pt>
    <dgm:pt modelId="{AEA80F80-9024-4C44-84BE-6FE8CA988DD5}" type="pres">
      <dgm:prSet presAssocID="{51DED163-4498-4391-87FB-2A682480C317}" presName="compositeNode" presStyleCnt="0">
        <dgm:presLayoutVars>
          <dgm:bulletEnabled val="1"/>
        </dgm:presLayoutVars>
      </dgm:prSet>
      <dgm:spPr/>
    </dgm:pt>
    <dgm:pt modelId="{1FC82B5C-A45D-4E3A-80B8-B01934FC8CE1}" type="pres">
      <dgm:prSet presAssocID="{51DED163-4498-4391-87FB-2A682480C317}" presName="bgRect" presStyleLbl="alignNode1" presStyleIdx="0" presStyleCnt="4"/>
      <dgm:spPr/>
    </dgm:pt>
    <dgm:pt modelId="{4E483734-740B-434C-8B7A-F173E8677585}" type="pres">
      <dgm:prSet presAssocID="{F103E415-1BC9-48F2-93C8-4901CBA89491}" presName="sibTransNodeRect" presStyleLbl="alignNode1" presStyleIdx="0" presStyleCnt="4">
        <dgm:presLayoutVars>
          <dgm:chMax val="0"/>
          <dgm:bulletEnabled val="1"/>
        </dgm:presLayoutVars>
      </dgm:prSet>
      <dgm:spPr/>
    </dgm:pt>
    <dgm:pt modelId="{D5CFDD09-FB18-4FCB-AD6D-800A72137348}" type="pres">
      <dgm:prSet presAssocID="{51DED163-4498-4391-87FB-2A682480C317}" presName="nodeRect" presStyleLbl="alignNode1" presStyleIdx="0" presStyleCnt="4">
        <dgm:presLayoutVars>
          <dgm:bulletEnabled val="1"/>
        </dgm:presLayoutVars>
      </dgm:prSet>
      <dgm:spPr/>
    </dgm:pt>
    <dgm:pt modelId="{939A988C-DD4A-452F-BB3E-61CF1919A658}" type="pres">
      <dgm:prSet presAssocID="{F103E415-1BC9-48F2-93C8-4901CBA89491}" presName="sibTrans" presStyleCnt="0"/>
      <dgm:spPr/>
    </dgm:pt>
    <dgm:pt modelId="{CBEB570E-8CA2-42D2-8319-28A43F787975}" type="pres">
      <dgm:prSet presAssocID="{083C0873-C6FA-4F02-98EA-7917301C0661}" presName="compositeNode" presStyleCnt="0">
        <dgm:presLayoutVars>
          <dgm:bulletEnabled val="1"/>
        </dgm:presLayoutVars>
      </dgm:prSet>
      <dgm:spPr/>
    </dgm:pt>
    <dgm:pt modelId="{AFB04C06-476F-48E6-B528-4DB249D5F5E7}" type="pres">
      <dgm:prSet presAssocID="{083C0873-C6FA-4F02-98EA-7917301C0661}" presName="bgRect" presStyleLbl="alignNode1" presStyleIdx="1" presStyleCnt="4"/>
      <dgm:spPr/>
    </dgm:pt>
    <dgm:pt modelId="{C3E96C6E-4446-4B13-86E7-404EADBDEFAA}" type="pres">
      <dgm:prSet presAssocID="{3CDCA7A0-FDDD-4A41-B94B-B6DB2775AE73}" presName="sibTransNodeRect" presStyleLbl="alignNode1" presStyleIdx="1" presStyleCnt="4">
        <dgm:presLayoutVars>
          <dgm:chMax val="0"/>
          <dgm:bulletEnabled val="1"/>
        </dgm:presLayoutVars>
      </dgm:prSet>
      <dgm:spPr/>
    </dgm:pt>
    <dgm:pt modelId="{9BCD890F-7BD7-4443-9FCE-6997EE2157DF}" type="pres">
      <dgm:prSet presAssocID="{083C0873-C6FA-4F02-98EA-7917301C0661}" presName="nodeRect" presStyleLbl="alignNode1" presStyleIdx="1" presStyleCnt="4">
        <dgm:presLayoutVars>
          <dgm:bulletEnabled val="1"/>
        </dgm:presLayoutVars>
      </dgm:prSet>
      <dgm:spPr/>
    </dgm:pt>
    <dgm:pt modelId="{F9AA9A5C-C03A-4C57-B65E-D30567BC656B}" type="pres">
      <dgm:prSet presAssocID="{3CDCA7A0-FDDD-4A41-B94B-B6DB2775AE73}" presName="sibTrans" presStyleCnt="0"/>
      <dgm:spPr/>
    </dgm:pt>
    <dgm:pt modelId="{32226BFA-FD56-4FCD-BDFA-191ECC86CDFF}" type="pres">
      <dgm:prSet presAssocID="{E11F8EBE-DE7E-44F6-B011-87104AC4D9B5}" presName="compositeNode" presStyleCnt="0">
        <dgm:presLayoutVars>
          <dgm:bulletEnabled val="1"/>
        </dgm:presLayoutVars>
      </dgm:prSet>
      <dgm:spPr/>
    </dgm:pt>
    <dgm:pt modelId="{39066972-4E03-410D-93F1-3797645EC5E7}" type="pres">
      <dgm:prSet presAssocID="{E11F8EBE-DE7E-44F6-B011-87104AC4D9B5}" presName="bgRect" presStyleLbl="alignNode1" presStyleIdx="2" presStyleCnt="4"/>
      <dgm:spPr/>
    </dgm:pt>
    <dgm:pt modelId="{5A2F197C-16D1-4D4B-9295-73709BCDCF1F}" type="pres">
      <dgm:prSet presAssocID="{13D27A81-37DF-4F8E-8D74-A27250DEC99D}" presName="sibTransNodeRect" presStyleLbl="alignNode1" presStyleIdx="2" presStyleCnt="4">
        <dgm:presLayoutVars>
          <dgm:chMax val="0"/>
          <dgm:bulletEnabled val="1"/>
        </dgm:presLayoutVars>
      </dgm:prSet>
      <dgm:spPr/>
    </dgm:pt>
    <dgm:pt modelId="{1B4BAA27-F2E6-4DD7-BBEC-958F119D4FB7}" type="pres">
      <dgm:prSet presAssocID="{E11F8EBE-DE7E-44F6-B011-87104AC4D9B5}" presName="nodeRect" presStyleLbl="alignNode1" presStyleIdx="2" presStyleCnt="4">
        <dgm:presLayoutVars>
          <dgm:bulletEnabled val="1"/>
        </dgm:presLayoutVars>
      </dgm:prSet>
      <dgm:spPr/>
    </dgm:pt>
    <dgm:pt modelId="{D0CCF4A3-3E36-48E1-BDC0-44F29E5B48D1}" type="pres">
      <dgm:prSet presAssocID="{13D27A81-37DF-4F8E-8D74-A27250DEC99D}" presName="sibTrans" presStyleCnt="0"/>
      <dgm:spPr/>
    </dgm:pt>
    <dgm:pt modelId="{97AAA604-0061-40BC-A677-8EA9C8DE4CE4}" type="pres">
      <dgm:prSet presAssocID="{FDCCA418-DDF8-4C05-B51E-A955F12E3C0E}" presName="compositeNode" presStyleCnt="0">
        <dgm:presLayoutVars>
          <dgm:bulletEnabled val="1"/>
        </dgm:presLayoutVars>
      </dgm:prSet>
      <dgm:spPr/>
    </dgm:pt>
    <dgm:pt modelId="{280FB0F8-083D-4EAD-81DE-DFA91ABE087F}" type="pres">
      <dgm:prSet presAssocID="{FDCCA418-DDF8-4C05-B51E-A955F12E3C0E}" presName="bgRect" presStyleLbl="alignNode1" presStyleIdx="3" presStyleCnt="4"/>
      <dgm:spPr/>
    </dgm:pt>
    <dgm:pt modelId="{EC2F2823-37C0-4C0F-9659-1431917CD00F}" type="pres">
      <dgm:prSet presAssocID="{175203C5-B569-42FA-B884-662964D33EB1}" presName="sibTransNodeRect" presStyleLbl="alignNode1" presStyleIdx="3" presStyleCnt="4">
        <dgm:presLayoutVars>
          <dgm:chMax val="0"/>
          <dgm:bulletEnabled val="1"/>
        </dgm:presLayoutVars>
      </dgm:prSet>
      <dgm:spPr/>
    </dgm:pt>
    <dgm:pt modelId="{94BD279A-312E-47A5-A385-5111766CBAE3}" type="pres">
      <dgm:prSet presAssocID="{FDCCA418-DDF8-4C05-B51E-A955F12E3C0E}" presName="nodeRect" presStyleLbl="alignNode1" presStyleIdx="3" presStyleCnt="4">
        <dgm:presLayoutVars>
          <dgm:bulletEnabled val="1"/>
        </dgm:presLayoutVars>
      </dgm:prSet>
      <dgm:spPr/>
    </dgm:pt>
  </dgm:ptLst>
  <dgm:cxnLst>
    <dgm:cxn modelId="{AC23BB0C-262F-4597-ADA1-14518CC1DBA3}" type="presOf" srcId="{E11F8EBE-DE7E-44F6-B011-87104AC4D9B5}" destId="{39066972-4E03-410D-93F1-3797645EC5E7}" srcOrd="0" destOrd="0" presId="urn:microsoft.com/office/officeart/2016/7/layout/LinearBlockProcessNumbered"/>
    <dgm:cxn modelId="{AE96AF12-7069-497C-8EB2-6D0558A98CF0}" type="presOf" srcId="{13D27A81-37DF-4F8E-8D74-A27250DEC99D}" destId="{5A2F197C-16D1-4D4B-9295-73709BCDCF1F}" srcOrd="0" destOrd="0" presId="urn:microsoft.com/office/officeart/2016/7/layout/LinearBlockProcessNumbered"/>
    <dgm:cxn modelId="{01901D35-D5AF-4DEE-B186-B268D9969B1D}" type="presOf" srcId="{083C0873-C6FA-4F02-98EA-7917301C0661}" destId="{AFB04C06-476F-48E6-B528-4DB249D5F5E7}" srcOrd="0" destOrd="0" presId="urn:microsoft.com/office/officeart/2016/7/layout/LinearBlockProcessNumbered"/>
    <dgm:cxn modelId="{D0313D3E-CDA1-4CB7-9AC8-B1E31EE434F9}" type="presOf" srcId="{E11F8EBE-DE7E-44F6-B011-87104AC4D9B5}" destId="{1B4BAA27-F2E6-4DD7-BBEC-958F119D4FB7}" srcOrd="1" destOrd="0" presId="urn:microsoft.com/office/officeart/2016/7/layout/LinearBlockProcessNumbered"/>
    <dgm:cxn modelId="{24ED386E-BE90-4579-9441-2EABCD013973}" type="presOf" srcId="{175203C5-B569-42FA-B884-662964D33EB1}" destId="{EC2F2823-37C0-4C0F-9659-1431917CD00F}" srcOrd="0" destOrd="0" presId="urn:microsoft.com/office/officeart/2016/7/layout/LinearBlockProcessNumbered"/>
    <dgm:cxn modelId="{B51F2C50-0DA2-456B-A39C-815777571074}" type="presOf" srcId="{FDCCA418-DDF8-4C05-B51E-A955F12E3C0E}" destId="{94BD279A-312E-47A5-A385-5111766CBAE3}" srcOrd="1" destOrd="0" presId="urn:microsoft.com/office/officeart/2016/7/layout/LinearBlockProcessNumbered"/>
    <dgm:cxn modelId="{C3823658-65E2-44B6-83BF-34B31C5A1892}" type="presOf" srcId="{3CDCA7A0-FDDD-4A41-B94B-B6DB2775AE73}" destId="{C3E96C6E-4446-4B13-86E7-404EADBDEFAA}" srcOrd="0" destOrd="0" presId="urn:microsoft.com/office/officeart/2016/7/layout/LinearBlockProcessNumbered"/>
    <dgm:cxn modelId="{60028278-2082-4670-883C-3712EF418A79}" type="presOf" srcId="{083C0873-C6FA-4F02-98EA-7917301C0661}" destId="{9BCD890F-7BD7-4443-9FCE-6997EE2157DF}" srcOrd="1" destOrd="0" presId="urn:microsoft.com/office/officeart/2016/7/layout/LinearBlockProcessNumbered"/>
    <dgm:cxn modelId="{53BB3398-ADC4-464E-860C-B0B549B2CA1F}" srcId="{754C0CEE-5226-46C2-A94F-C9C295382936}" destId="{FDCCA418-DDF8-4C05-B51E-A955F12E3C0E}" srcOrd="3" destOrd="0" parTransId="{D1F68CDB-34C7-4129-AAE3-6118D82B1B4E}" sibTransId="{175203C5-B569-42FA-B884-662964D33EB1}"/>
    <dgm:cxn modelId="{6F33B4BD-D3D6-4151-8B6F-225FAE5C3841}" srcId="{754C0CEE-5226-46C2-A94F-C9C295382936}" destId="{51DED163-4498-4391-87FB-2A682480C317}" srcOrd="0" destOrd="0" parTransId="{D5B2B5A7-FE89-44F8-9028-52A5B06EC924}" sibTransId="{F103E415-1BC9-48F2-93C8-4901CBA89491}"/>
    <dgm:cxn modelId="{FC23B6BD-E66B-48D0-8EC8-0BB455CDBAEF}" srcId="{754C0CEE-5226-46C2-A94F-C9C295382936}" destId="{E11F8EBE-DE7E-44F6-B011-87104AC4D9B5}" srcOrd="2" destOrd="0" parTransId="{7580865F-4A55-4570-AC4A-7E9BE39CE78F}" sibTransId="{13D27A81-37DF-4F8E-8D74-A27250DEC99D}"/>
    <dgm:cxn modelId="{774467C0-5295-4BC5-94FB-1BC092EA6588}" type="presOf" srcId="{F103E415-1BC9-48F2-93C8-4901CBA89491}" destId="{4E483734-740B-434C-8B7A-F173E8677585}" srcOrd="0" destOrd="0" presId="urn:microsoft.com/office/officeart/2016/7/layout/LinearBlockProcessNumbered"/>
    <dgm:cxn modelId="{FBF184C7-9955-4C31-B440-8F07DFFA5749}" type="presOf" srcId="{51DED163-4498-4391-87FB-2A682480C317}" destId="{1FC82B5C-A45D-4E3A-80B8-B01934FC8CE1}" srcOrd="0" destOrd="0" presId="urn:microsoft.com/office/officeart/2016/7/layout/LinearBlockProcessNumbered"/>
    <dgm:cxn modelId="{DB3924C8-1E44-4E44-890D-7A9CB8FEADDB}" srcId="{754C0CEE-5226-46C2-A94F-C9C295382936}" destId="{083C0873-C6FA-4F02-98EA-7917301C0661}" srcOrd="1" destOrd="0" parTransId="{A774A803-7356-49A9-96E7-056315913EDB}" sibTransId="{3CDCA7A0-FDDD-4A41-B94B-B6DB2775AE73}"/>
    <dgm:cxn modelId="{20DB7AC8-B0EC-473A-BE0A-0A1DCEAE0AEB}" type="presOf" srcId="{51DED163-4498-4391-87FB-2A682480C317}" destId="{D5CFDD09-FB18-4FCB-AD6D-800A72137348}" srcOrd="1" destOrd="0" presId="urn:microsoft.com/office/officeart/2016/7/layout/LinearBlockProcessNumbered"/>
    <dgm:cxn modelId="{B0E7B6C9-FD85-4AC4-A029-CE9015C5C1DA}" type="presOf" srcId="{FDCCA418-DDF8-4C05-B51E-A955F12E3C0E}" destId="{280FB0F8-083D-4EAD-81DE-DFA91ABE087F}" srcOrd="0" destOrd="0" presId="urn:microsoft.com/office/officeart/2016/7/layout/LinearBlockProcessNumbered"/>
    <dgm:cxn modelId="{2A667CE6-C91D-409F-B0DF-7E9AD4D3E752}" type="presOf" srcId="{754C0CEE-5226-46C2-A94F-C9C295382936}" destId="{9A14E6AE-D83C-4DF2-A681-CA3DE95A12D8}" srcOrd="0" destOrd="0" presId="urn:microsoft.com/office/officeart/2016/7/layout/LinearBlockProcessNumbered"/>
    <dgm:cxn modelId="{7D2DD05F-9D6C-4991-AAE4-BCF9BA2E4C3A}" type="presParOf" srcId="{9A14E6AE-D83C-4DF2-A681-CA3DE95A12D8}" destId="{AEA80F80-9024-4C44-84BE-6FE8CA988DD5}" srcOrd="0" destOrd="0" presId="urn:microsoft.com/office/officeart/2016/7/layout/LinearBlockProcessNumbered"/>
    <dgm:cxn modelId="{B707C35D-B446-44DE-B90D-90F41A91F144}" type="presParOf" srcId="{AEA80F80-9024-4C44-84BE-6FE8CA988DD5}" destId="{1FC82B5C-A45D-4E3A-80B8-B01934FC8CE1}" srcOrd="0" destOrd="0" presId="urn:microsoft.com/office/officeart/2016/7/layout/LinearBlockProcessNumbered"/>
    <dgm:cxn modelId="{7072BAE3-55B8-490B-8B6B-744AF0DC80D5}" type="presParOf" srcId="{AEA80F80-9024-4C44-84BE-6FE8CA988DD5}" destId="{4E483734-740B-434C-8B7A-F173E8677585}" srcOrd="1" destOrd="0" presId="urn:microsoft.com/office/officeart/2016/7/layout/LinearBlockProcessNumbered"/>
    <dgm:cxn modelId="{69D80BD1-4B22-4D63-92E5-5652663992A7}" type="presParOf" srcId="{AEA80F80-9024-4C44-84BE-6FE8CA988DD5}" destId="{D5CFDD09-FB18-4FCB-AD6D-800A72137348}" srcOrd="2" destOrd="0" presId="urn:microsoft.com/office/officeart/2016/7/layout/LinearBlockProcessNumbered"/>
    <dgm:cxn modelId="{30E558E4-5785-40AF-A395-856D617820BF}" type="presParOf" srcId="{9A14E6AE-D83C-4DF2-A681-CA3DE95A12D8}" destId="{939A988C-DD4A-452F-BB3E-61CF1919A658}" srcOrd="1" destOrd="0" presId="urn:microsoft.com/office/officeart/2016/7/layout/LinearBlockProcessNumbered"/>
    <dgm:cxn modelId="{14F28844-AAD3-45FA-89A9-B3B633CD70F4}" type="presParOf" srcId="{9A14E6AE-D83C-4DF2-A681-CA3DE95A12D8}" destId="{CBEB570E-8CA2-42D2-8319-28A43F787975}" srcOrd="2" destOrd="0" presId="urn:microsoft.com/office/officeart/2016/7/layout/LinearBlockProcessNumbered"/>
    <dgm:cxn modelId="{A55AB76A-5CB6-42BF-9C0C-132BBBAAD8DA}" type="presParOf" srcId="{CBEB570E-8CA2-42D2-8319-28A43F787975}" destId="{AFB04C06-476F-48E6-B528-4DB249D5F5E7}" srcOrd="0" destOrd="0" presId="urn:microsoft.com/office/officeart/2016/7/layout/LinearBlockProcessNumbered"/>
    <dgm:cxn modelId="{1E872E80-20E3-4AC2-926F-A4918442258A}" type="presParOf" srcId="{CBEB570E-8CA2-42D2-8319-28A43F787975}" destId="{C3E96C6E-4446-4B13-86E7-404EADBDEFAA}" srcOrd="1" destOrd="0" presId="urn:microsoft.com/office/officeart/2016/7/layout/LinearBlockProcessNumbered"/>
    <dgm:cxn modelId="{E25CEC75-AE92-46D4-BE1D-67062E9E03BF}" type="presParOf" srcId="{CBEB570E-8CA2-42D2-8319-28A43F787975}" destId="{9BCD890F-7BD7-4443-9FCE-6997EE2157DF}" srcOrd="2" destOrd="0" presId="urn:microsoft.com/office/officeart/2016/7/layout/LinearBlockProcessNumbered"/>
    <dgm:cxn modelId="{01179212-2436-4110-9001-8A31C6F2CCAF}" type="presParOf" srcId="{9A14E6AE-D83C-4DF2-A681-CA3DE95A12D8}" destId="{F9AA9A5C-C03A-4C57-B65E-D30567BC656B}" srcOrd="3" destOrd="0" presId="urn:microsoft.com/office/officeart/2016/7/layout/LinearBlockProcessNumbered"/>
    <dgm:cxn modelId="{1375092E-CAFE-4042-8D77-ACBED5ECC41E}" type="presParOf" srcId="{9A14E6AE-D83C-4DF2-A681-CA3DE95A12D8}" destId="{32226BFA-FD56-4FCD-BDFA-191ECC86CDFF}" srcOrd="4" destOrd="0" presId="urn:microsoft.com/office/officeart/2016/7/layout/LinearBlockProcessNumbered"/>
    <dgm:cxn modelId="{EA7E89DE-64E6-4D2F-8A58-157E00870813}" type="presParOf" srcId="{32226BFA-FD56-4FCD-BDFA-191ECC86CDFF}" destId="{39066972-4E03-410D-93F1-3797645EC5E7}" srcOrd="0" destOrd="0" presId="urn:microsoft.com/office/officeart/2016/7/layout/LinearBlockProcessNumbered"/>
    <dgm:cxn modelId="{09FDEE16-8A76-41A6-8973-6D063179ED6A}" type="presParOf" srcId="{32226BFA-FD56-4FCD-BDFA-191ECC86CDFF}" destId="{5A2F197C-16D1-4D4B-9295-73709BCDCF1F}" srcOrd="1" destOrd="0" presId="urn:microsoft.com/office/officeart/2016/7/layout/LinearBlockProcessNumbered"/>
    <dgm:cxn modelId="{25FF7166-937D-4DAA-A4A5-753170C5D2BE}" type="presParOf" srcId="{32226BFA-FD56-4FCD-BDFA-191ECC86CDFF}" destId="{1B4BAA27-F2E6-4DD7-BBEC-958F119D4FB7}" srcOrd="2" destOrd="0" presId="urn:microsoft.com/office/officeart/2016/7/layout/LinearBlockProcessNumbered"/>
    <dgm:cxn modelId="{F774D3EB-715D-4699-8751-B6342B0CEFE9}" type="presParOf" srcId="{9A14E6AE-D83C-4DF2-A681-CA3DE95A12D8}" destId="{D0CCF4A3-3E36-48E1-BDC0-44F29E5B48D1}" srcOrd="5" destOrd="0" presId="urn:microsoft.com/office/officeart/2016/7/layout/LinearBlockProcessNumbered"/>
    <dgm:cxn modelId="{53765CDD-3144-4893-84E0-79611C4A0CD2}" type="presParOf" srcId="{9A14E6AE-D83C-4DF2-A681-CA3DE95A12D8}" destId="{97AAA604-0061-40BC-A677-8EA9C8DE4CE4}" srcOrd="6" destOrd="0" presId="urn:microsoft.com/office/officeart/2016/7/layout/LinearBlockProcessNumbered"/>
    <dgm:cxn modelId="{8D762376-DF6D-4CF5-A839-4C50ADE7FC8D}" type="presParOf" srcId="{97AAA604-0061-40BC-A677-8EA9C8DE4CE4}" destId="{280FB0F8-083D-4EAD-81DE-DFA91ABE087F}" srcOrd="0" destOrd="0" presId="urn:microsoft.com/office/officeart/2016/7/layout/LinearBlockProcessNumbered"/>
    <dgm:cxn modelId="{341D5464-8215-40C2-8047-A3E6E7EFD43F}" type="presParOf" srcId="{97AAA604-0061-40BC-A677-8EA9C8DE4CE4}" destId="{EC2F2823-37C0-4C0F-9659-1431917CD00F}" srcOrd="1" destOrd="0" presId="urn:microsoft.com/office/officeart/2016/7/layout/LinearBlockProcessNumbered"/>
    <dgm:cxn modelId="{439EB88A-E20B-4306-8A45-6EC677D46675}" type="presParOf" srcId="{97AAA604-0061-40BC-A677-8EA9C8DE4CE4}" destId="{94BD279A-312E-47A5-A385-5111766CBAE3}"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02AF6E35-B479-44CD-93CF-8E9398F552D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D61714DF-3461-41F2-939A-0365D12F4054}">
      <dgm:prSet/>
      <dgm:spPr/>
      <dgm:t>
        <a:bodyPr/>
        <a:lstStyle/>
        <a:p>
          <a:r>
            <a:rPr lang="en-US"/>
            <a:t>Network Parameters:</a:t>
          </a:r>
        </a:p>
      </dgm:t>
    </dgm:pt>
    <dgm:pt modelId="{A67A2CC9-9256-4EA4-BB54-26DD03B583AD}" type="parTrans" cxnId="{8BEED9E6-0F7B-4B92-8F3C-552C8BED2E20}">
      <dgm:prSet/>
      <dgm:spPr/>
      <dgm:t>
        <a:bodyPr/>
        <a:lstStyle/>
        <a:p>
          <a:endParaRPr lang="en-US"/>
        </a:p>
      </dgm:t>
    </dgm:pt>
    <dgm:pt modelId="{43B7BFB3-586D-40D9-97A5-38F2DFC940F5}" type="sibTrans" cxnId="{8BEED9E6-0F7B-4B92-8F3C-552C8BED2E20}">
      <dgm:prSet/>
      <dgm:spPr/>
      <dgm:t>
        <a:bodyPr/>
        <a:lstStyle/>
        <a:p>
          <a:endParaRPr lang="en-US"/>
        </a:p>
      </dgm:t>
    </dgm:pt>
    <dgm:pt modelId="{E515A9B3-844C-4042-88B9-D8052D97048D}">
      <dgm:prSet/>
      <dgm:spPr/>
      <dgm:t>
        <a:bodyPr/>
        <a:lstStyle/>
        <a:p>
          <a:r>
            <a:rPr lang="en-US"/>
            <a:t>IP, MAC, and netmask addresses</a:t>
          </a:r>
        </a:p>
      </dgm:t>
    </dgm:pt>
    <dgm:pt modelId="{F0DE9FB1-4813-4E71-92FA-6EBDF36ABEC8}" type="parTrans" cxnId="{6F2AB663-D2CE-49A7-B6E6-6DB6EA0FEFBD}">
      <dgm:prSet/>
      <dgm:spPr/>
      <dgm:t>
        <a:bodyPr/>
        <a:lstStyle/>
        <a:p>
          <a:endParaRPr lang="en-US"/>
        </a:p>
      </dgm:t>
    </dgm:pt>
    <dgm:pt modelId="{B16E1485-269D-4B30-B440-B4969CB0FA15}" type="sibTrans" cxnId="{6F2AB663-D2CE-49A7-B6E6-6DB6EA0FEFBD}">
      <dgm:prSet/>
      <dgm:spPr/>
      <dgm:t>
        <a:bodyPr/>
        <a:lstStyle/>
        <a:p>
          <a:endParaRPr lang="en-US"/>
        </a:p>
      </dgm:t>
    </dgm:pt>
    <dgm:pt modelId="{E79CDCD0-C2DD-4F60-BD2C-8DFB8AAD9609}">
      <dgm:prSet/>
      <dgm:spPr/>
      <dgm:t>
        <a:bodyPr/>
        <a:lstStyle/>
        <a:p>
          <a:r>
            <a:rPr lang="en-US"/>
            <a:t>Link Shaping: </a:t>
          </a:r>
        </a:p>
      </dgm:t>
    </dgm:pt>
    <dgm:pt modelId="{7171E143-0DB1-4FB7-9806-96C2C6E9AD70}" type="parTrans" cxnId="{ACC3B04A-FF4F-4920-9D33-BA56DF4FE075}">
      <dgm:prSet/>
      <dgm:spPr/>
      <dgm:t>
        <a:bodyPr/>
        <a:lstStyle/>
        <a:p>
          <a:endParaRPr lang="en-US"/>
        </a:p>
      </dgm:t>
    </dgm:pt>
    <dgm:pt modelId="{9E4ACC66-07B8-40FA-985C-961C5B162D96}" type="sibTrans" cxnId="{ACC3B04A-FF4F-4920-9D33-BA56DF4FE075}">
      <dgm:prSet/>
      <dgm:spPr/>
      <dgm:t>
        <a:bodyPr/>
        <a:lstStyle/>
        <a:p>
          <a:endParaRPr lang="en-US"/>
        </a:p>
      </dgm:t>
    </dgm:pt>
    <dgm:pt modelId="{F74EE147-39D7-4687-9C3C-B324C04CF40A}">
      <dgm:prSet/>
      <dgm:spPr/>
      <dgm:t>
        <a:bodyPr/>
        <a:lstStyle/>
        <a:p>
          <a:r>
            <a:rPr lang="en-US"/>
            <a:t>Average packet loss, delay, and bandwidth</a:t>
          </a:r>
        </a:p>
      </dgm:t>
    </dgm:pt>
    <dgm:pt modelId="{08D3CBBE-1144-4E4C-8FC1-A1103CBD77DC}" type="parTrans" cxnId="{EB6D61AB-74FA-4136-A0D5-7C1251B76E74}">
      <dgm:prSet/>
      <dgm:spPr/>
      <dgm:t>
        <a:bodyPr/>
        <a:lstStyle/>
        <a:p>
          <a:endParaRPr lang="en-US"/>
        </a:p>
      </dgm:t>
    </dgm:pt>
    <dgm:pt modelId="{8D785A73-760C-44DF-BA24-0122D452BB62}" type="sibTrans" cxnId="{EB6D61AB-74FA-4136-A0D5-7C1251B76E74}">
      <dgm:prSet/>
      <dgm:spPr/>
      <dgm:t>
        <a:bodyPr/>
        <a:lstStyle/>
        <a:p>
          <a:endParaRPr lang="en-US"/>
        </a:p>
      </dgm:t>
    </dgm:pt>
    <dgm:pt modelId="{85FB3A0E-DA6D-4808-BB8D-BB7FC26F2FEA}">
      <dgm:prSet/>
      <dgm:spPr/>
      <dgm:t>
        <a:bodyPr/>
        <a:lstStyle/>
        <a:p>
          <a:r>
            <a:rPr lang="en-US"/>
            <a:t>Infrastructure: </a:t>
          </a:r>
        </a:p>
      </dgm:t>
    </dgm:pt>
    <dgm:pt modelId="{32142A39-67C9-4DF0-86BF-E886665D6B4A}" type="parTrans" cxnId="{BDA1074F-EBC7-4122-996B-2F298964C3FF}">
      <dgm:prSet/>
      <dgm:spPr/>
      <dgm:t>
        <a:bodyPr/>
        <a:lstStyle/>
        <a:p>
          <a:endParaRPr lang="en-US"/>
        </a:p>
      </dgm:t>
    </dgm:pt>
    <dgm:pt modelId="{3DD01AB8-D226-442C-914F-D3AD5C5E19F5}" type="sibTrans" cxnId="{BDA1074F-EBC7-4122-996B-2F298964C3FF}">
      <dgm:prSet/>
      <dgm:spPr/>
      <dgm:t>
        <a:bodyPr/>
        <a:lstStyle/>
        <a:p>
          <a:endParaRPr lang="en-US"/>
        </a:p>
      </dgm:t>
    </dgm:pt>
    <dgm:pt modelId="{D23B151D-980B-4DB5-B6F8-73DF55B281A6}">
      <dgm:prSet/>
      <dgm:spPr/>
      <dgm:t>
        <a:bodyPr/>
        <a:lstStyle/>
        <a:p>
          <a:r>
            <a:rPr lang="en-US"/>
            <a:t>The network topology</a:t>
          </a:r>
        </a:p>
      </dgm:t>
    </dgm:pt>
    <dgm:pt modelId="{26EAF298-AEA3-407D-B0BF-2A23B6A8930E}" type="parTrans" cxnId="{E1B39C89-EE3F-4B4E-B2A0-F80C4A5AF61D}">
      <dgm:prSet/>
      <dgm:spPr/>
      <dgm:t>
        <a:bodyPr/>
        <a:lstStyle/>
        <a:p>
          <a:endParaRPr lang="en-US"/>
        </a:p>
      </dgm:t>
    </dgm:pt>
    <dgm:pt modelId="{A298B954-E54C-40E4-9268-A0A03220B3B3}" type="sibTrans" cxnId="{E1B39C89-EE3F-4B4E-B2A0-F80C4A5AF61D}">
      <dgm:prSet/>
      <dgm:spPr/>
      <dgm:t>
        <a:bodyPr/>
        <a:lstStyle/>
        <a:p>
          <a:endParaRPr lang="en-US"/>
        </a:p>
      </dgm:t>
    </dgm:pt>
    <dgm:pt modelId="{8B92018D-0B24-4780-A81B-FA973C83E80B}">
      <dgm:prSet/>
      <dgm:spPr/>
      <dgm:t>
        <a:bodyPr/>
        <a:lstStyle/>
        <a:p>
          <a:r>
            <a:rPr lang="en-US"/>
            <a:t>Protocols:</a:t>
          </a:r>
        </a:p>
      </dgm:t>
    </dgm:pt>
    <dgm:pt modelId="{6EED5B50-82D4-4B54-B34C-7399A4A62077}" type="parTrans" cxnId="{5F408CC4-598B-4426-BA26-2019087B54F7}">
      <dgm:prSet/>
      <dgm:spPr/>
      <dgm:t>
        <a:bodyPr/>
        <a:lstStyle/>
        <a:p>
          <a:endParaRPr lang="en-US"/>
        </a:p>
      </dgm:t>
    </dgm:pt>
    <dgm:pt modelId="{A7D3A764-1BBB-40D8-AEA7-5BC5E3B5F5C7}" type="sibTrans" cxnId="{5F408CC4-598B-4426-BA26-2019087B54F7}">
      <dgm:prSet/>
      <dgm:spPr/>
      <dgm:t>
        <a:bodyPr/>
        <a:lstStyle/>
        <a:p>
          <a:endParaRPr lang="en-US"/>
        </a:p>
      </dgm:t>
    </dgm:pt>
    <dgm:pt modelId="{0E2712A6-1BB8-46AA-8975-B200B1CE21BD}">
      <dgm:prSet/>
      <dgm:spPr/>
      <dgm:t>
        <a:bodyPr/>
        <a:lstStyle/>
        <a:p>
          <a:r>
            <a:rPr lang="en-US"/>
            <a:t>Communication between devices</a:t>
          </a:r>
        </a:p>
      </dgm:t>
    </dgm:pt>
    <dgm:pt modelId="{95527064-B419-4740-BE83-00916301102B}" type="parTrans" cxnId="{508F8DBC-4835-46A1-8068-1900449BC42D}">
      <dgm:prSet/>
      <dgm:spPr/>
      <dgm:t>
        <a:bodyPr/>
        <a:lstStyle/>
        <a:p>
          <a:endParaRPr lang="en-US"/>
        </a:p>
      </dgm:t>
    </dgm:pt>
    <dgm:pt modelId="{C841CCC7-2D44-4C13-B4BE-97E1271CFB95}" type="sibTrans" cxnId="{508F8DBC-4835-46A1-8068-1900449BC42D}">
      <dgm:prSet/>
      <dgm:spPr/>
      <dgm:t>
        <a:bodyPr/>
        <a:lstStyle/>
        <a:p>
          <a:endParaRPr lang="en-US"/>
        </a:p>
      </dgm:t>
    </dgm:pt>
    <dgm:pt modelId="{C7B88E5D-A857-4FDE-AB7E-8BF51823EA40}">
      <dgm:prSet/>
      <dgm:spPr/>
      <dgm:t>
        <a:bodyPr/>
        <a:lstStyle/>
        <a:p>
          <a:r>
            <a:rPr lang="en-US"/>
            <a:t>Advanced traffic properties</a:t>
          </a:r>
        </a:p>
      </dgm:t>
    </dgm:pt>
    <dgm:pt modelId="{3B8D710E-7FCE-4077-A240-E3FB90DBA009}" type="parTrans" cxnId="{D499F4C1-D937-49FD-8936-09B8E211D85A}">
      <dgm:prSet/>
      <dgm:spPr/>
      <dgm:t>
        <a:bodyPr/>
        <a:lstStyle/>
        <a:p>
          <a:endParaRPr lang="en-US"/>
        </a:p>
      </dgm:t>
    </dgm:pt>
    <dgm:pt modelId="{B88561FC-4193-4CEF-BD84-CF3A1BA90636}" type="sibTrans" cxnId="{D499F4C1-D937-49FD-8936-09B8E211D85A}">
      <dgm:prSet/>
      <dgm:spPr/>
      <dgm:t>
        <a:bodyPr/>
        <a:lstStyle/>
        <a:p>
          <a:endParaRPr lang="en-US"/>
        </a:p>
      </dgm:t>
    </dgm:pt>
    <dgm:pt modelId="{A21A7C21-2BC1-4663-A9A2-30C767541D6D}">
      <dgm:prSet/>
      <dgm:spPr/>
      <dgm:t>
        <a:bodyPr/>
        <a:lstStyle/>
        <a:p>
          <a:r>
            <a:rPr lang="en-US"/>
            <a:t>Perfect sequence of messages, and delay</a:t>
          </a:r>
        </a:p>
      </dgm:t>
    </dgm:pt>
    <dgm:pt modelId="{FD73450D-7065-4FED-A94E-963DEAC81307}" type="parTrans" cxnId="{333661CF-77CB-49E2-A874-81F568A9B930}">
      <dgm:prSet/>
      <dgm:spPr/>
      <dgm:t>
        <a:bodyPr/>
        <a:lstStyle/>
        <a:p>
          <a:endParaRPr lang="en-US"/>
        </a:p>
      </dgm:t>
    </dgm:pt>
    <dgm:pt modelId="{53F03343-C9B4-4A7A-89DD-A0EA9DBD92EE}" type="sibTrans" cxnId="{333661CF-77CB-49E2-A874-81F568A9B930}">
      <dgm:prSet/>
      <dgm:spPr/>
      <dgm:t>
        <a:bodyPr/>
        <a:lstStyle/>
        <a:p>
          <a:endParaRPr lang="en-US"/>
        </a:p>
      </dgm:t>
    </dgm:pt>
    <dgm:pt modelId="{55923D49-817F-4E66-9FC2-9FD014EE4CE7}">
      <dgm:prSet/>
      <dgm:spPr/>
      <dgm:t>
        <a:bodyPr/>
        <a:lstStyle/>
        <a:p>
          <a:r>
            <a:rPr lang="en-US"/>
            <a:t>Process: </a:t>
          </a:r>
        </a:p>
      </dgm:t>
    </dgm:pt>
    <dgm:pt modelId="{F32F2E31-2C35-4804-9BA6-412A6A49804D}" type="parTrans" cxnId="{D03D80B4-BC59-4B5A-98EC-DD9B6F0216CC}">
      <dgm:prSet/>
      <dgm:spPr/>
      <dgm:t>
        <a:bodyPr/>
        <a:lstStyle/>
        <a:p>
          <a:endParaRPr lang="en-US"/>
        </a:p>
      </dgm:t>
    </dgm:pt>
    <dgm:pt modelId="{74820A3D-3C2F-487D-B260-D3EDE6835442}" type="sibTrans" cxnId="{D03D80B4-BC59-4B5A-98EC-DD9B6F0216CC}">
      <dgm:prSet/>
      <dgm:spPr/>
      <dgm:t>
        <a:bodyPr/>
        <a:lstStyle/>
        <a:p>
          <a:endParaRPr lang="en-US"/>
        </a:p>
      </dgm:t>
    </dgm:pt>
    <dgm:pt modelId="{D85FBC37-9560-487E-AC3F-46CF635ED1D0}">
      <dgm:prSet/>
      <dgm:spPr/>
      <dgm:t>
        <a:bodyPr/>
        <a:lstStyle/>
        <a:p>
          <a:r>
            <a:rPr lang="en-US"/>
            <a:t>The physical process simulation</a:t>
          </a:r>
        </a:p>
      </dgm:t>
    </dgm:pt>
    <dgm:pt modelId="{A9D85276-4059-427C-866D-21270E12A704}" type="parTrans" cxnId="{1DCE55DE-7386-470D-9566-B0496139C976}">
      <dgm:prSet/>
      <dgm:spPr/>
      <dgm:t>
        <a:bodyPr/>
        <a:lstStyle/>
        <a:p>
          <a:endParaRPr lang="en-US"/>
        </a:p>
      </dgm:t>
    </dgm:pt>
    <dgm:pt modelId="{0A55424E-F63E-4AA7-9A21-F9AB7FA20B7C}" type="sibTrans" cxnId="{1DCE55DE-7386-470D-9566-B0496139C976}">
      <dgm:prSet/>
      <dgm:spPr/>
      <dgm:t>
        <a:bodyPr/>
        <a:lstStyle/>
        <a:p>
          <a:endParaRPr lang="en-US"/>
        </a:p>
      </dgm:t>
    </dgm:pt>
    <dgm:pt modelId="{5E899563-AA07-46A6-8D6A-29DE74DFF116}">
      <dgm:prSet/>
      <dgm:spPr/>
      <dgm:t>
        <a:bodyPr/>
        <a:lstStyle/>
        <a:p>
          <a:r>
            <a:rPr lang="en-US"/>
            <a:t>Devices:</a:t>
          </a:r>
        </a:p>
      </dgm:t>
    </dgm:pt>
    <dgm:pt modelId="{4733A943-21D5-4E24-A128-FC8723B61585}" type="parTrans" cxnId="{756CFAA7-DFF3-4C51-BE88-D931D41C57D8}">
      <dgm:prSet/>
      <dgm:spPr/>
      <dgm:t>
        <a:bodyPr/>
        <a:lstStyle/>
        <a:p>
          <a:endParaRPr lang="en-US"/>
        </a:p>
      </dgm:t>
    </dgm:pt>
    <dgm:pt modelId="{887F092B-990F-40EA-809C-1152E2B633ED}" type="sibTrans" cxnId="{756CFAA7-DFF3-4C51-BE88-D931D41C57D8}">
      <dgm:prSet/>
      <dgm:spPr/>
      <dgm:t>
        <a:bodyPr/>
        <a:lstStyle/>
        <a:p>
          <a:endParaRPr lang="en-US"/>
        </a:p>
      </dgm:t>
    </dgm:pt>
    <dgm:pt modelId="{2668C5C8-F0C4-43F7-8FDD-B50235441C3E}">
      <dgm:prSet/>
      <dgm:spPr/>
      <dgm:t>
        <a:bodyPr/>
        <a:lstStyle/>
        <a:p>
          <a:r>
            <a:rPr lang="en-US"/>
            <a:t>Real time simulation for sensors and actuators</a:t>
          </a:r>
        </a:p>
      </dgm:t>
    </dgm:pt>
    <dgm:pt modelId="{DC3DC7D8-7A91-4B66-A77E-21B663651157}" type="parTrans" cxnId="{69B38D1B-2491-4E82-97FE-C2C74EBB4B63}">
      <dgm:prSet/>
      <dgm:spPr/>
      <dgm:t>
        <a:bodyPr/>
        <a:lstStyle/>
        <a:p>
          <a:endParaRPr lang="en-US"/>
        </a:p>
      </dgm:t>
    </dgm:pt>
    <dgm:pt modelId="{D3DD1DD1-7931-4E48-AF6C-4F82C1C016CA}" type="sibTrans" cxnId="{69B38D1B-2491-4E82-97FE-C2C74EBB4B63}">
      <dgm:prSet/>
      <dgm:spPr/>
      <dgm:t>
        <a:bodyPr/>
        <a:lstStyle/>
        <a:p>
          <a:endParaRPr lang="en-US"/>
        </a:p>
      </dgm:t>
    </dgm:pt>
    <dgm:pt modelId="{A830040C-29B7-4D01-95F1-9A38B55E3776}">
      <dgm:prSet/>
      <dgm:spPr/>
      <dgm:t>
        <a:bodyPr/>
        <a:lstStyle/>
        <a:p>
          <a:r>
            <a:rPr lang="en-US"/>
            <a:t>Human operator:</a:t>
          </a:r>
        </a:p>
      </dgm:t>
    </dgm:pt>
    <dgm:pt modelId="{7172D3CB-2DC7-4274-9C93-980ED54291B2}" type="parTrans" cxnId="{FB88675D-703F-4AFB-92B1-BA57C68B80B1}">
      <dgm:prSet/>
      <dgm:spPr/>
      <dgm:t>
        <a:bodyPr/>
        <a:lstStyle/>
        <a:p>
          <a:endParaRPr lang="en-US"/>
        </a:p>
      </dgm:t>
    </dgm:pt>
    <dgm:pt modelId="{6A918BB7-B549-4BF3-BE12-7689A4ABA98C}" type="sibTrans" cxnId="{FB88675D-703F-4AFB-92B1-BA57C68B80B1}">
      <dgm:prSet/>
      <dgm:spPr/>
      <dgm:t>
        <a:bodyPr/>
        <a:lstStyle/>
        <a:p>
          <a:endParaRPr lang="en-US"/>
        </a:p>
      </dgm:t>
    </dgm:pt>
    <dgm:pt modelId="{CEA87F3C-0B6C-4788-90F6-7584BCC8E268}">
      <dgm:prSet/>
      <dgm:spPr/>
      <dgm:t>
        <a:bodyPr/>
        <a:lstStyle/>
        <a:p>
          <a:r>
            <a:rPr lang="en-US"/>
            <a:t>Simulation of human interactions</a:t>
          </a:r>
        </a:p>
      </dgm:t>
    </dgm:pt>
    <dgm:pt modelId="{19888E2E-1092-415B-93F2-7B9522C6F9A3}" type="parTrans" cxnId="{A133E596-400B-4A48-BD26-4337C3EA6953}">
      <dgm:prSet/>
      <dgm:spPr/>
      <dgm:t>
        <a:bodyPr/>
        <a:lstStyle/>
        <a:p>
          <a:endParaRPr lang="en-US"/>
        </a:p>
      </dgm:t>
    </dgm:pt>
    <dgm:pt modelId="{19F530B3-9FEE-4FB5-BAD0-EEB7F5E34936}" type="sibTrans" cxnId="{A133E596-400B-4A48-BD26-4337C3EA6953}">
      <dgm:prSet/>
      <dgm:spPr/>
      <dgm:t>
        <a:bodyPr/>
        <a:lstStyle/>
        <a:p>
          <a:endParaRPr lang="en-US"/>
        </a:p>
      </dgm:t>
    </dgm:pt>
    <dgm:pt modelId="{DE908BF7-652F-43AC-8AD6-155B657B4B46}" type="pres">
      <dgm:prSet presAssocID="{02AF6E35-B479-44CD-93CF-8E9398F552D9}" presName="root" presStyleCnt="0">
        <dgm:presLayoutVars>
          <dgm:dir/>
          <dgm:resizeHandles val="exact"/>
        </dgm:presLayoutVars>
      </dgm:prSet>
      <dgm:spPr/>
    </dgm:pt>
    <dgm:pt modelId="{726362C5-5A9C-4F72-A857-25EAE9036F41}" type="pres">
      <dgm:prSet presAssocID="{D61714DF-3461-41F2-939A-0365D12F4054}" presName="compNode" presStyleCnt="0"/>
      <dgm:spPr/>
    </dgm:pt>
    <dgm:pt modelId="{E99D7FA3-C9CD-4215-807A-2B1398595FC2}" type="pres">
      <dgm:prSet presAssocID="{D61714DF-3461-41F2-939A-0365D12F4054}" presName="bgRect" presStyleLbl="bgShp" presStyleIdx="0" presStyleCnt="8"/>
      <dgm:spPr/>
    </dgm:pt>
    <dgm:pt modelId="{1457CFF4-6C80-48EC-9023-BA2805880AF3}" type="pres">
      <dgm:prSet presAssocID="{D61714DF-3461-41F2-939A-0365D12F4054}" presName="iconRect" presStyleLbl="node1" presStyleIdx="0" presStyleCnt="8"/>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isconnected"/>
        </a:ext>
      </dgm:extLst>
    </dgm:pt>
    <dgm:pt modelId="{C5B8D152-56FF-4860-BB87-EF7069EBB37F}" type="pres">
      <dgm:prSet presAssocID="{D61714DF-3461-41F2-939A-0365D12F4054}" presName="spaceRect" presStyleCnt="0"/>
      <dgm:spPr/>
    </dgm:pt>
    <dgm:pt modelId="{DAC8262D-4401-4A3E-8E21-6BF336ECA5E6}" type="pres">
      <dgm:prSet presAssocID="{D61714DF-3461-41F2-939A-0365D12F4054}" presName="parTx" presStyleLbl="revTx" presStyleIdx="0" presStyleCnt="16">
        <dgm:presLayoutVars>
          <dgm:chMax val="0"/>
          <dgm:chPref val="0"/>
        </dgm:presLayoutVars>
      </dgm:prSet>
      <dgm:spPr/>
    </dgm:pt>
    <dgm:pt modelId="{61809EE8-FFF2-442B-BF88-F7C08DD74B98}" type="pres">
      <dgm:prSet presAssocID="{D61714DF-3461-41F2-939A-0365D12F4054}" presName="desTx" presStyleLbl="revTx" presStyleIdx="1" presStyleCnt="16">
        <dgm:presLayoutVars/>
      </dgm:prSet>
      <dgm:spPr/>
    </dgm:pt>
    <dgm:pt modelId="{A81DCF96-38B3-4F5F-AC88-658DEAC60759}" type="pres">
      <dgm:prSet presAssocID="{43B7BFB3-586D-40D9-97A5-38F2DFC940F5}" presName="sibTrans" presStyleCnt="0"/>
      <dgm:spPr/>
    </dgm:pt>
    <dgm:pt modelId="{8A848F90-F25B-4641-B76F-0A92ECEFC0C1}" type="pres">
      <dgm:prSet presAssocID="{E79CDCD0-C2DD-4F60-BD2C-8DFB8AAD9609}" presName="compNode" presStyleCnt="0"/>
      <dgm:spPr/>
    </dgm:pt>
    <dgm:pt modelId="{87553B90-98CE-4C5F-B11C-52F6B8F6ADA1}" type="pres">
      <dgm:prSet presAssocID="{E79CDCD0-C2DD-4F60-BD2C-8DFB8AAD9609}" presName="bgRect" presStyleLbl="bgShp" presStyleIdx="1" presStyleCnt="8"/>
      <dgm:spPr/>
    </dgm:pt>
    <dgm:pt modelId="{3AB90D7C-0361-48EC-AF4F-F53F52E79355}" type="pres">
      <dgm:prSet presAssocID="{E79CDCD0-C2DD-4F60-BD2C-8DFB8AAD9609}" presName="iconRect" presStyleLbl="node1" presStyleIdx="1" presStyleCnt="8"/>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lowchart"/>
        </a:ext>
      </dgm:extLst>
    </dgm:pt>
    <dgm:pt modelId="{CB4B5CCB-4624-4056-871B-0881D9B54ACB}" type="pres">
      <dgm:prSet presAssocID="{E79CDCD0-C2DD-4F60-BD2C-8DFB8AAD9609}" presName="spaceRect" presStyleCnt="0"/>
      <dgm:spPr/>
    </dgm:pt>
    <dgm:pt modelId="{8916ED22-EC4C-413E-AFAB-3FB0184763A9}" type="pres">
      <dgm:prSet presAssocID="{E79CDCD0-C2DD-4F60-BD2C-8DFB8AAD9609}" presName="parTx" presStyleLbl="revTx" presStyleIdx="2" presStyleCnt="16">
        <dgm:presLayoutVars>
          <dgm:chMax val="0"/>
          <dgm:chPref val="0"/>
        </dgm:presLayoutVars>
      </dgm:prSet>
      <dgm:spPr/>
    </dgm:pt>
    <dgm:pt modelId="{302AB2F8-4920-4932-A6C2-629814EDB75C}" type="pres">
      <dgm:prSet presAssocID="{E79CDCD0-C2DD-4F60-BD2C-8DFB8AAD9609}" presName="desTx" presStyleLbl="revTx" presStyleIdx="3" presStyleCnt="16">
        <dgm:presLayoutVars/>
      </dgm:prSet>
      <dgm:spPr/>
    </dgm:pt>
    <dgm:pt modelId="{A3A802F5-D015-46B1-B966-2614FA481D48}" type="pres">
      <dgm:prSet presAssocID="{9E4ACC66-07B8-40FA-985C-961C5B162D96}" presName="sibTrans" presStyleCnt="0"/>
      <dgm:spPr/>
    </dgm:pt>
    <dgm:pt modelId="{E8BAF62B-47A7-4EDC-807D-24114D066B28}" type="pres">
      <dgm:prSet presAssocID="{85FB3A0E-DA6D-4808-BB8D-BB7FC26F2FEA}" presName="compNode" presStyleCnt="0"/>
      <dgm:spPr/>
    </dgm:pt>
    <dgm:pt modelId="{20C4A704-59D6-4F82-8E6A-8060EDC72F5E}" type="pres">
      <dgm:prSet presAssocID="{85FB3A0E-DA6D-4808-BB8D-BB7FC26F2FEA}" presName="bgRect" presStyleLbl="bgShp" presStyleIdx="2" presStyleCnt="8"/>
      <dgm:spPr/>
    </dgm:pt>
    <dgm:pt modelId="{B234EE71-9005-426D-839A-C90F587BBBFC}" type="pres">
      <dgm:prSet presAssocID="{85FB3A0E-DA6D-4808-BB8D-BB7FC26F2FEA}" presName="iconRect" presStyleLbl="node1" presStyleIdx="2" presStyleCnt="8"/>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Network"/>
        </a:ext>
      </dgm:extLst>
    </dgm:pt>
    <dgm:pt modelId="{411CC940-DA1B-494C-AA18-910A2096E71A}" type="pres">
      <dgm:prSet presAssocID="{85FB3A0E-DA6D-4808-BB8D-BB7FC26F2FEA}" presName="spaceRect" presStyleCnt="0"/>
      <dgm:spPr/>
    </dgm:pt>
    <dgm:pt modelId="{A4AA041F-6D0F-46D5-B1CC-C0524F0A1AF1}" type="pres">
      <dgm:prSet presAssocID="{85FB3A0E-DA6D-4808-BB8D-BB7FC26F2FEA}" presName="parTx" presStyleLbl="revTx" presStyleIdx="4" presStyleCnt="16">
        <dgm:presLayoutVars>
          <dgm:chMax val="0"/>
          <dgm:chPref val="0"/>
        </dgm:presLayoutVars>
      </dgm:prSet>
      <dgm:spPr/>
    </dgm:pt>
    <dgm:pt modelId="{4F830ACB-4563-4387-B77F-215B20E17D5D}" type="pres">
      <dgm:prSet presAssocID="{85FB3A0E-DA6D-4808-BB8D-BB7FC26F2FEA}" presName="desTx" presStyleLbl="revTx" presStyleIdx="5" presStyleCnt="16">
        <dgm:presLayoutVars/>
      </dgm:prSet>
      <dgm:spPr/>
    </dgm:pt>
    <dgm:pt modelId="{4EB4E8DF-71A1-4E77-9DAB-498D39A63F5E}" type="pres">
      <dgm:prSet presAssocID="{3DD01AB8-D226-442C-914F-D3AD5C5E19F5}" presName="sibTrans" presStyleCnt="0"/>
      <dgm:spPr/>
    </dgm:pt>
    <dgm:pt modelId="{57A7E6CD-2014-49F2-B8A1-14857CC23648}" type="pres">
      <dgm:prSet presAssocID="{8B92018D-0B24-4780-A81B-FA973C83E80B}" presName="compNode" presStyleCnt="0"/>
      <dgm:spPr/>
    </dgm:pt>
    <dgm:pt modelId="{C7828337-4658-423C-8034-A7F706CDB509}" type="pres">
      <dgm:prSet presAssocID="{8B92018D-0B24-4780-A81B-FA973C83E80B}" presName="bgRect" presStyleLbl="bgShp" presStyleIdx="3" presStyleCnt="8"/>
      <dgm:spPr/>
    </dgm:pt>
    <dgm:pt modelId="{E4145D3A-9382-4483-988A-9DDAF75967B3}" type="pres">
      <dgm:prSet presAssocID="{8B92018D-0B24-4780-A81B-FA973C83E80B}" presName="iconRect" presStyleLbl="node1" presStyleIdx="3" presStyleCnt="8"/>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Wireless router"/>
        </a:ext>
      </dgm:extLst>
    </dgm:pt>
    <dgm:pt modelId="{A90E596B-6B2B-476C-8E9A-3DA59F869F5D}" type="pres">
      <dgm:prSet presAssocID="{8B92018D-0B24-4780-A81B-FA973C83E80B}" presName="spaceRect" presStyleCnt="0"/>
      <dgm:spPr/>
    </dgm:pt>
    <dgm:pt modelId="{C6C9586D-89A3-4C85-B00E-AE5180092512}" type="pres">
      <dgm:prSet presAssocID="{8B92018D-0B24-4780-A81B-FA973C83E80B}" presName="parTx" presStyleLbl="revTx" presStyleIdx="6" presStyleCnt="16">
        <dgm:presLayoutVars>
          <dgm:chMax val="0"/>
          <dgm:chPref val="0"/>
        </dgm:presLayoutVars>
      </dgm:prSet>
      <dgm:spPr/>
    </dgm:pt>
    <dgm:pt modelId="{CE06DC3B-C72C-4E5E-A47C-27B4B82B51D0}" type="pres">
      <dgm:prSet presAssocID="{8B92018D-0B24-4780-A81B-FA973C83E80B}" presName="desTx" presStyleLbl="revTx" presStyleIdx="7" presStyleCnt="16">
        <dgm:presLayoutVars/>
      </dgm:prSet>
      <dgm:spPr/>
    </dgm:pt>
    <dgm:pt modelId="{214EEFDA-B642-46A5-AE3B-DEC86B4A2C4D}" type="pres">
      <dgm:prSet presAssocID="{A7D3A764-1BBB-40D8-AEA7-5BC5E3B5F5C7}" presName="sibTrans" presStyleCnt="0"/>
      <dgm:spPr/>
    </dgm:pt>
    <dgm:pt modelId="{8412750B-0F28-48D5-9926-8F237774531B}" type="pres">
      <dgm:prSet presAssocID="{C7B88E5D-A857-4FDE-AB7E-8BF51823EA40}" presName="compNode" presStyleCnt="0"/>
      <dgm:spPr/>
    </dgm:pt>
    <dgm:pt modelId="{2A230366-5834-41C1-819F-D85648823050}" type="pres">
      <dgm:prSet presAssocID="{C7B88E5D-A857-4FDE-AB7E-8BF51823EA40}" presName="bgRect" presStyleLbl="bgShp" presStyleIdx="4" presStyleCnt="8"/>
      <dgm:spPr/>
    </dgm:pt>
    <dgm:pt modelId="{0E383E6A-DF24-41F4-9573-F35601085B0B}" type="pres">
      <dgm:prSet presAssocID="{C7B88E5D-A857-4FDE-AB7E-8BF51823EA40}" presName="iconRect" presStyleLbl="node1" presStyleIdx="4" presStyleCnt="8"/>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topwatch"/>
        </a:ext>
      </dgm:extLst>
    </dgm:pt>
    <dgm:pt modelId="{A3C2A7CD-97F3-4B3B-8687-07390A104B98}" type="pres">
      <dgm:prSet presAssocID="{C7B88E5D-A857-4FDE-AB7E-8BF51823EA40}" presName="spaceRect" presStyleCnt="0"/>
      <dgm:spPr/>
    </dgm:pt>
    <dgm:pt modelId="{BD34C014-78EF-49B6-916A-9340129CD5DF}" type="pres">
      <dgm:prSet presAssocID="{C7B88E5D-A857-4FDE-AB7E-8BF51823EA40}" presName="parTx" presStyleLbl="revTx" presStyleIdx="8" presStyleCnt="16">
        <dgm:presLayoutVars>
          <dgm:chMax val="0"/>
          <dgm:chPref val="0"/>
        </dgm:presLayoutVars>
      </dgm:prSet>
      <dgm:spPr/>
    </dgm:pt>
    <dgm:pt modelId="{864DAFFD-9896-4B02-9E49-9077C196B931}" type="pres">
      <dgm:prSet presAssocID="{C7B88E5D-A857-4FDE-AB7E-8BF51823EA40}" presName="desTx" presStyleLbl="revTx" presStyleIdx="9" presStyleCnt="16">
        <dgm:presLayoutVars/>
      </dgm:prSet>
      <dgm:spPr/>
    </dgm:pt>
    <dgm:pt modelId="{C514F38E-9853-4A21-9A8F-09DC76145D9F}" type="pres">
      <dgm:prSet presAssocID="{B88561FC-4193-4CEF-BD84-CF3A1BA90636}" presName="sibTrans" presStyleCnt="0"/>
      <dgm:spPr/>
    </dgm:pt>
    <dgm:pt modelId="{85FAD081-9018-4CF1-92B3-FEBDD08BBC01}" type="pres">
      <dgm:prSet presAssocID="{55923D49-817F-4E66-9FC2-9FD014EE4CE7}" presName="compNode" presStyleCnt="0"/>
      <dgm:spPr/>
    </dgm:pt>
    <dgm:pt modelId="{BC905ADC-A9D0-4B6A-B93E-2965A3DE4FE3}" type="pres">
      <dgm:prSet presAssocID="{55923D49-817F-4E66-9FC2-9FD014EE4CE7}" presName="bgRect" presStyleLbl="bgShp" presStyleIdx="5" presStyleCnt="8"/>
      <dgm:spPr/>
    </dgm:pt>
    <dgm:pt modelId="{EE10016B-2FC3-4F33-A785-6A98C803D128}" type="pres">
      <dgm:prSet presAssocID="{55923D49-817F-4E66-9FC2-9FD014EE4CE7}" presName="iconRect" presStyleLbl="node1" presStyleIdx="5" presStyleCnt="8"/>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Gears"/>
        </a:ext>
      </dgm:extLst>
    </dgm:pt>
    <dgm:pt modelId="{E0E2F1E9-C530-41E3-B5B4-A6D43F95E948}" type="pres">
      <dgm:prSet presAssocID="{55923D49-817F-4E66-9FC2-9FD014EE4CE7}" presName="spaceRect" presStyleCnt="0"/>
      <dgm:spPr/>
    </dgm:pt>
    <dgm:pt modelId="{3ED6D34E-6A02-4D67-B7BA-EE965AA57D5E}" type="pres">
      <dgm:prSet presAssocID="{55923D49-817F-4E66-9FC2-9FD014EE4CE7}" presName="parTx" presStyleLbl="revTx" presStyleIdx="10" presStyleCnt="16">
        <dgm:presLayoutVars>
          <dgm:chMax val="0"/>
          <dgm:chPref val="0"/>
        </dgm:presLayoutVars>
      </dgm:prSet>
      <dgm:spPr/>
    </dgm:pt>
    <dgm:pt modelId="{50104DFA-E558-405C-86DA-5724AF935863}" type="pres">
      <dgm:prSet presAssocID="{55923D49-817F-4E66-9FC2-9FD014EE4CE7}" presName="desTx" presStyleLbl="revTx" presStyleIdx="11" presStyleCnt="16">
        <dgm:presLayoutVars/>
      </dgm:prSet>
      <dgm:spPr/>
    </dgm:pt>
    <dgm:pt modelId="{B0775E84-9995-4995-A495-FD82BCEA1681}" type="pres">
      <dgm:prSet presAssocID="{74820A3D-3C2F-487D-B260-D3EDE6835442}" presName="sibTrans" presStyleCnt="0"/>
      <dgm:spPr/>
    </dgm:pt>
    <dgm:pt modelId="{14F509E5-9F70-4357-B319-362C3EF51278}" type="pres">
      <dgm:prSet presAssocID="{5E899563-AA07-46A6-8D6A-29DE74DFF116}" presName="compNode" presStyleCnt="0"/>
      <dgm:spPr/>
    </dgm:pt>
    <dgm:pt modelId="{6FAB8C98-8D1C-4664-8F95-8F3B59463583}" type="pres">
      <dgm:prSet presAssocID="{5E899563-AA07-46A6-8D6A-29DE74DFF116}" presName="bgRect" presStyleLbl="bgShp" presStyleIdx="6" presStyleCnt="8"/>
      <dgm:spPr/>
    </dgm:pt>
    <dgm:pt modelId="{55ADE887-5E19-47E3-A2F0-A3922492FEEC}" type="pres">
      <dgm:prSet presAssocID="{5E899563-AA07-46A6-8D6A-29DE74DFF116}" presName="iconRect" presStyleLbl="node1" presStyleIdx="6" presStyleCnt="8"/>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extLst>
        <a:ext uri="{E40237B7-FDA0-4F09-8148-C483321AD2D9}">
          <dgm14:cNvPr xmlns:dgm14="http://schemas.microsoft.com/office/drawing/2010/diagram" id="0" name="" descr="Virtual RealityHeadset"/>
        </a:ext>
      </dgm:extLst>
    </dgm:pt>
    <dgm:pt modelId="{138AFF1D-3570-4C29-AD95-42AF8AF1B43F}" type="pres">
      <dgm:prSet presAssocID="{5E899563-AA07-46A6-8D6A-29DE74DFF116}" presName="spaceRect" presStyleCnt="0"/>
      <dgm:spPr/>
    </dgm:pt>
    <dgm:pt modelId="{40790E0C-2142-41AB-A4EC-52FAC4117889}" type="pres">
      <dgm:prSet presAssocID="{5E899563-AA07-46A6-8D6A-29DE74DFF116}" presName="parTx" presStyleLbl="revTx" presStyleIdx="12" presStyleCnt="16">
        <dgm:presLayoutVars>
          <dgm:chMax val="0"/>
          <dgm:chPref val="0"/>
        </dgm:presLayoutVars>
      </dgm:prSet>
      <dgm:spPr/>
    </dgm:pt>
    <dgm:pt modelId="{B636B1D7-4B9C-4286-84A4-D83BC7C2F553}" type="pres">
      <dgm:prSet presAssocID="{5E899563-AA07-46A6-8D6A-29DE74DFF116}" presName="desTx" presStyleLbl="revTx" presStyleIdx="13" presStyleCnt="16">
        <dgm:presLayoutVars/>
      </dgm:prSet>
      <dgm:spPr/>
    </dgm:pt>
    <dgm:pt modelId="{66B5588F-CF83-47B0-B633-C5EDD225633E}" type="pres">
      <dgm:prSet presAssocID="{887F092B-990F-40EA-809C-1152E2B633ED}" presName="sibTrans" presStyleCnt="0"/>
      <dgm:spPr/>
    </dgm:pt>
    <dgm:pt modelId="{CCAECCEF-F9E6-4183-B1C2-26588E129238}" type="pres">
      <dgm:prSet presAssocID="{A830040C-29B7-4D01-95F1-9A38B55E3776}" presName="compNode" presStyleCnt="0"/>
      <dgm:spPr/>
    </dgm:pt>
    <dgm:pt modelId="{B4E13748-8FAB-43D1-9A84-4B0403A53A21}" type="pres">
      <dgm:prSet presAssocID="{A830040C-29B7-4D01-95F1-9A38B55E3776}" presName="bgRect" presStyleLbl="bgShp" presStyleIdx="7" presStyleCnt="8"/>
      <dgm:spPr/>
    </dgm:pt>
    <dgm:pt modelId="{ABF97E5B-F027-4212-B680-065FE9126FCA}" type="pres">
      <dgm:prSet presAssocID="{A830040C-29B7-4D01-95F1-9A38B55E3776}" presName="iconRect" presStyleLbl="node1" presStyleIdx="7" presStyleCnt="8"/>
      <dgm:spPr>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a:noFill/>
        </a:ln>
      </dgm:spPr>
      <dgm:extLst>
        <a:ext uri="{E40237B7-FDA0-4F09-8148-C483321AD2D9}">
          <dgm14:cNvPr xmlns:dgm14="http://schemas.microsoft.com/office/drawing/2010/diagram" id="0" name="" descr="Team"/>
        </a:ext>
      </dgm:extLst>
    </dgm:pt>
    <dgm:pt modelId="{E7A076D9-3550-4C6C-8725-8F64C1F243FB}" type="pres">
      <dgm:prSet presAssocID="{A830040C-29B7-4D01-95F1-9A38B55E3776}" presName="spaceRect" presStyleCnt="0"/>
      <dgm:spPr/>
    </dgm:pt>
    <dgm:pt modelId="{F2C91FCF-4447-4648-9894-4D32915CE4EC}" type="pres">
      <dgm:prSet presAssocID="{A830040C-29B7-4D01-95F1-9A38B55E3776}" presName="parTx" presStyleLbl="revTx" presStyleIdx="14" presStyleCnt="16">
        <dgm:presLayoutVars>
          <dgm:chMax val="0"/>
          <dgm:chPref val="0"/>
        </dgm:presLayoutVars>
      </dgm:prSet>
      <dgm:spPr/>
    </dgm:pt>
    <dgm:pt modelId="{8EF42D07-1F52-4962-A52F-06D6D5A70A43}" type="pres">
      <dgm:prSet presAssocID="{A830040C-29B7-4D01-95F1-9A38B55E3776}" presName="desTx" presStyleLbl="revTx" presStyleIdx="15" presStyleCnt="16">
        <dgm:presLayoutVars/>
      </dgm:prSet>
      <dgm:spPr/>
    </dgm:pt>
  </dgm:ptLst>
  <dgm:cxnLst>
    <dgm:cxn modelId="{4C95C214-D096-467D-A800-852C891F46DF}" type="presOf" srcId="{A21A7C21-2BC1-4663-A9A2-30C767541D6D}" destId="{864DAFFD-9896-4B02-9E49-9077C196B931}" srcOrd="0" destOrd="0" presId="urn:microsoft.com/office/officeart/2018/2/layout/IconVerticalSolidList"/>
    <dgm:cxn modelId="{69B38D1B-2491-4E82-97FE-C2C74EBB4B63}" srcId="{5E899563-AA07-46A6-8D6A-29DE74DFF116}" destId="{2668C5C8-F0C4-43F7-8FDD-B50235441C3E}" srcOrd="0" destOrd="0" parTransId="{DC3DC7D8-7A91-4B66-A77E-21B663651157}" sibTransId="{D3DD1DD1-7931-4E48-AF6C-4F82C1C016CA}"/>
    <dgm:cxn modelId="{07EC015C-D5D7-4E9D-B140-817012F4C833}" type="presOf" srcId="{E79CDCD0-C2DD-4F60-BD2C-8DFB8AAD9609}" destId="{8916ED22-EC4C-413E-AFAB-3FB0184763A9}" srcOrd="0" destOrd="0" presId="urn:microsoft.com/office/officeart/2018/2/layout/IconVerticalSolidList"/>
    <dgm:cxn modelId="{FB88675D-703F-4AFB-92B1-BA57C68B80B1}" srcId="{02AF6E35-B479-44CD-93CF-8E9398F552D9}" destId="{A830040C-29B7-4D01-95F1-9A38B55E3776}" srcOrd="7" destOrd="0" parTransId="{7172D3CB-2DC7-4274-9C93-980ED54291B2}" sibTransId="{6A918BB7-B549-4BF3-BE12-7689A4ABA98C}"/>
    <dgm:cxn modelId="{6F2AB663-D2CE-49A7-B6E6-6DB6EA0FEFBD}" srcId="{D61714DF-3461-41F2-939A-0365D12F4054}" destId="{E515A9B3-844C-4042-88B9-D8052D97048D}" srcOrd="0" destOrd="0" parTransId="{F0DE9FB1-4813-4E71-92FA-6EBDF36ABEC8}" sibTransId="{B16E1485-269D-4B30-B440-B4969CB0FA15}"/>
    <dgm:cxn modelId="{9AE6F849-E463-4AE7-BCB7-E88F89EC3193}" type="presOf" srcId="{2668C5C8-F0C4-43F7-8FDD-B50235441C3E}" destId="{B636B1D7-4B9C-4286-84A4-D83BC7C2F553}" srcOrd="0" destOrd="0" presId="urn:microsoft.com/office/officeart/2018/2/layout/IconVerticalSolidList"/>
    <dgm:cxn modelId="{ACC3B04A-FF4F-4920-9D33-BA56DF4FE075}" srcId="{02AF6E35-B479-44CD-93CF-8E9398F552D9}" destId="{E79CDCD0-C2DD-4F60-BD2C-8DFB8AAD9609}" srcOrd="1" destOrd="0" parTransId="{7171E143-0DB1-4FB7-9806-96C2C6E9AD70}" sibTransId="{9E4ACC66-07B8-40FA-985C-961C5B162D96}"/>
    <dgm:cxn modelId="{BDA1074F-EBC7-4122-996B-2F298964C3FF}" srcId="{02AF6E35-B479-44CD-93CF-8E9398F552D9}" destId="{85FB3A0E-DA6D-4808-BB8D-BB7FC26F2FEA}" srcOrd="2" destOrd="0" parTransId="{32142A39-67C9-4DF0-86BF-E886665D6B4A}" sibTransId="{3DD01AB8-D226-442C-914F-D3AD5C5E19F5}"/>
    <dgm:cxn modelId="{C0773151-C104-4093-9C07-BD910D698DBD}" type="presOf" srcId="{0E2712A6-1BB8-46AA-8975-B200B1CE21BD}" destId="{CE06DC3B-C72C-4E5E-A47C-27B4B82B51D0}" srcOrd="0" destOrd="0" presId="urn:microsoft.com/office/officeart/2018/2/layout/IconVerticalSolidList"/>
    <dgm:cxn modelId="{DB995376-2CA4-44BF-B004-7EF9F7317BC6}" type="presOf" srcId="{E515A9B3-844C-4042-88B9-D8052D97048D}" destId="{61809EE8-FFF2-442B-BF88-F7C08DD74B98}" srcOrd="0" destOrd="0" presId="urn:microsoft.com/office/officeart/2018/2/layout/IconVerticalSolidList"/>
    <dgm:cxn modelId="{6CD59C5A-864B-4EBA-AADE-714E08426244}" type="presOf" srcId="{5E899563-AA07-46A6-8D6A-29DE74DFF116}" destId="{40790E0C-2142-41AB-A4EC-52FAC4117889}" srcOrd="0" destOrd="0" presId="urn:microsoft.com/office/officeart/2018/2/layout/IconVerticalSolidList"/>
    <dgm:cxn modelId="{E1B39C89-EE3F-4B4E-B2A0-F80C4A5AF61D}" srcId="{85FB3A0E-DA6D-4808-BB8D-BB7FC26F2FEA}" destId="{D23B151D-980B-4DB5-B6F8-73DF55B281A6}" srcOrd="0" destOrd="0" parTransId="{26EAF298-AEA3-407D-B0BF-2A23B6A8930E}" sibTransId="{A298B954-E54C-40E4-9268-A0A03220B3B3}"/>
    <dgm:cxn modelId="{DDD0D994-13E7-47C7-9400-FC6EC9DCCB8C}" type="presOf" srcId="{C7B88E5D-A857-4FDE-AB7E-8BF51823EA40}" destId="{BD34C014-78EF-49B6-916A-9340129CD5DF}" srcOrd="0" destOrd="0" presId="urn:microsoft.com/office/officeart/2018/2/layout/IconVerticalSolidList"/>
    <dgm:cxn modelId="{A133E596-400B-4A48-BD26-4337C3EA6953}" srcId="{A830040C-29B7-4D01-95F1-9A38B55E3776}" destId="{CEA87F3C-0B6C-4788-90F6-7584BCC8E268}" srcOrd="0" destOrd="0" parTransId="{19888E2E-1092-415B-93F2-7B9522C6F9A3}" sibTransId="{19F530B3-9FEE-4FB5-BAD0-EEB7F5E34936}"/>
    <dgm:cxn modelId="{C463CEA6-CBA7-458E-BF25-2CBC6B13F61D}" type="presOf" srcId="{D23B151D-980B-4DB5-B6F8-73DF55B281A6}" destId="{4F830ACB-4563-4387-B77F-215B20E17D5D}" srcOrd="0" destOrd="0" presId="urn:microsoft.com/office/officeart/2018/2/layout/IconVerticalSolidList"/>
    <dgm:cxn modelId="{756CFAA7-DFF3-4C51-BE88-D931D41C57D8}" srcId="{02AF6E35-B479-44CD-93CF-8E9398F552D9}" destId="{5E899563-AA07-46A6-8D6A-29DE74DFF116}" srcOrd="6" destOrd="0" parTransId="{4733A943-21D5-4E24-A128-FC8723B61585}" sibTransId="{887F092B-990F-40EA-809C-1152E2B633ED}"/>
    <dgm:cxn modelId="{EB6D61AB-74FA-4136-A0D5-7C1251B76E74}" srcId="{E79CDCD0-C2DD-4F60-BD2C-8DFB8AAD9609}" destId="{F74EE147-39D7-4687-9C3C-B324C04CF40A}" srcOrd="0" destOrd="0" parTransId="{08D3CBBE-1144-4E4C-8FC1-A1103CBD77DC}" sibTransId="{8D785A73-760C-44DF-BA24-0122D452BB62}"/>
    <dgm:cxn modelId="{038748B1-993E-45F3-AF42-D1BF4ABE5DCD}" type="presOf" srcId="{CEA87F3C-0B6C-4788-90F6-7584BCC8E268}" destId="{8EF42D07-1F52-4962-A52F-06D6D5A70A43}" srcOrd="0" destOrd="0" presId="urn:microsoft.com/office/officeart/2018/2/layout/IconVerticalSolidList"/>
    <dgm:cxn modelId="{D03D80B4-BC59-4B5A-98EC-DD9B6F0216CC}" srcId="{02AF6E35-B479-44CD-93CF-8E9398F552D9}" destId="{55923D49-817F-4E66-9FC2-9FD014EE4CE7}" srcOrd="5" destOrd="0" parTransId="{F32F2E31-2C35-4804-9BA6-412A6A49804D}" sibTransId="{74820A3D-3C2F-487D-B260-D3EDE6835442}"/>
    <dgm:cxn modelId="{D0D448BC-93E9-412D-A75D-06E4C441933E}" type="presOf" srcId="{02AF6E35-B479-44CD-93CF-8E9398F552D9}" destId="{DE908BF7-652F-43AC-8AD6-155B657B4B46}" srcOrd="0" destOrd="0" presId="urn:microsoft.com/office/officeart/2018/2/layout/IconVerticalSolidList"/>
    <dgm:cxn modelId="{508F8DBC-4835-46A1-8068-1900449BC42D}" srcId="{8B92018D-0B24-4780-A81B-FA973C83E80B}" destId="{0E2712A6-1BB8-46AA-8975-B200B1CE21BD}" srcOrd="0" destOrd="0" parTransId="{95527064-B419-4740-BE83-00916301102B}" sibTransId="{C841CCC7-2D44-4C13-B4BE-97E1271CFB95}"/>
    <dgm:cxn modelId="{B37839BD-152E-4C7A-96AC-686449591FED}" type="presOf" srcId="{55923D49-817F-4E66-9FC2-9FD014EE4CE7}" destId="{3ED6D34E-6A02-4D67-B7BA-EE965AA57D5E}" srcOrd="0" destOrd="0" presId="urn:microsoft.com/office/officeart/2018/2/layout/IconVerticalSolidList"/>
    <dgm:cxn modelId="{A132EEC0-98F5-4738-A0A0-021602D41061}" type="presOf" srcId="{F74EE147-39D7-4687-9C3C-B324C04CF40A}" destId="{302AB2F8-4920-4932-A6C2-629814EDB75C}" srcOrd="0" destOrd="0" presId="urn:microsoft.com/office/officeart/2018/2/layout/IconVerticalSolidList"/>
    <dgm:cxn modelId="{D499F4C1-D937-49FD-8936-09B8E211D85A}" srcId="{02AF6E35-B479-44CD-93CF-8E9398F552D9}" destId="{C7B88E5D-A857-4FDE-AB7E-8BF51823EA40}" srcOrd="4" destOrd="0" parTransId="{3B8D710E-7FCE-4077-A240-E3FB90DBA009}" sibTransId="{B88561FC-4193-4CEF-BD84-CF3A1BA90636}"/>
    <dgm:cxn modelId="{584821C4-FB47-411B-9804-A691340FCA90}" type="presOf" srcId="{85FB3A0E-DA6D-4808-BB8D-BB7FC26F2FEA}" destId="{A4AA041F-6D0F-46D5-B1CC-C0524F0A1AF1}" srcOrd="0" destOrd="0" presId="urn:microsoft.com/office/officeart/2018/2/layout/IconVerticalSolidList"/>
    <dgm:cxn modelId="{5F408CC4-598B-4426-BA26-2019087B54F7}" srcId="{02AF6E35-B479-44CD-93CF-8E9398F552D9}" destId="{8B92018D-0B24-4780-A81B-FA973C83E80B}" srcOrd="3" destOrd="0" parTransId="{6EED5B50-82D4-4B54-B34C-7399A4A62077}" sibTransId="{A7D3A764-1BBB-40D8-AEA7-5BC5E3B5F5C7}"/>
    <dgm:cxn modelId="{333661CF-77CB-49E2-A874-81F568A9B930}" srcId="{C7B88E5D-A857-4FDE-AB7E-8BF51823EA40}" destId="{A21A7C21-2BC1-4663-A9A2-30C767541D6D}" srcOrd="0" destOrd="0" parTransId="{FD73450D-7065-4FED-A94E-963DEAC81307}" sibTransId="{53F03343-C9B4-4A7A-89DD-A0EA9DBD92EE}"/>
    <dgm:cxn modelId="{A7B631D1-F785-4A33-BC89-4BEA5BB7073F}" type="presOf" srcId="{D85FBC37-9560-487E-AC3F-46CF635ED1D0}" destId="{50104DFA-E558-405C-86DA-5724AF935863}" srcOrd="0" destOrd="0" presId="urn:microsoft.com/office/officeart/2018/2/layout/IconVerticalSolidList"/>
    <dgm:cxn modelId="{1AC166D4-2A54-43E9-9154-E7A1714744BE}" type="presOf" srcId="{A830040C-29B7-4D01-95F1-9A38B55E3776}" destId="{F2C91FCF-4447-4648-9894-4D32915CE4EC}" srcOrd="0" destOrd="0" presId="urn:microsoft.com/office/officeart/2018/2/layout/IconVerticalSolidList"/>
    <dgm:cxn modelId="{1DCE55DE-7386-470D-9566-B0496139C976}" srcId="{55923D49-817F-4E66-9FC2-9FD014EE4CE7}" destId="{D85FBC37-9560-487E-AC3F-46CF635ED1D0}" srcOrd="0" destOrd="0" parTransId="{A9D85276-4059-427C-866D-21270E12A704}" sibTransId="{0A55424E-F63E-4AA7-9A21-F9AB7FA20B7C}"/>
    <dgm:cxn modelId="{8BEED9E6-0F7B-4B92-8F3C-552C8BED2E20}" srcId="{02AF6E35-B479-44CD-93CF-8E9398F552D9}" destId="{D61714DF-3461-41F2-939A-0365D12F4054}" srcOrd="0" destOrd="0" parTransId="{A67A2CC9-9256-4EA4-BB54-26DD03B583AD}" sibTransId="{43B7BFB3-586D-40D9-97A5-38F2DFC940F5}"/>
    <dgm:cxn modelId="{D6610EED-B149-4E73-ACBA-F525D55F5309}" type="presOf" srcId="{D61714DF-3461-41F2-939A-0365D12F4054}" destId="{DAC8262D-4401-4A3E-8E21-6BF336ECA5E6}" srcOrd="0" destOrd="0" presId="urn:microsoft.com/office/officeart/2018/2/layout/IconVerticalSolidList"/>
    <dgm:cxn modelId="{C49F11FE-205A-4DF1-9D3B-9262E9A9EE4B}" type="presOf" srcId="{8B92018D-0B24-4780-A81B-FA973C83E80B}" destId="{C6C9586D-89A3-4C85-B00E-AE5180092512}" srcOrd="0" destOrd="0" presId="urn:microsoft.com/office/officeart/2018/2/layout/IconVerticalSolidList"/>
    <dgm:cxn modelId="{66D9EA7A-D88A-45C5-AC5A-C78354F40004}" type="presParOf" srcId="{DE908BF7-652F-43AC-8AD6-155B657B4B46}" destId="{726362C5-5A9C-4F72-A857-25EAE9036F41}" srcOrd="0" destOrd="0" presId="urn:microsoft.com/office/officeart/2018/2/layout/IconVerticalSolidList"/>
    <dgm:cxn modelId="{3860676D-5BC3-406B-9C50-84666D3448F6}" type="presParOf" srcId="{726362C5-5A9C-4F72-A857-25EAE9036F41}" destId="{E99D7FA3-C9CD-4215-807A-2B1398595FC2}" srcOrd="0" destOrd="0" presId="urn:microsoft.com/office/officeart/2018/2/layout/IconVerticalSolidList"/>
    <dgm:cxn modelId="{7FEE77A0-F400-4C7B-8359-15C06873347A}" type="presParOf" srcId="{726362C5-5A9C-4F72-A857-25EAE9036F41}" destId="{1457CFF4-6C80-48EC-9023-BA2805880AF3}" srcOrd="1" destOrd="0" presId="urn:microsoft.com/office/officeart/2018/2/layout/IconVerticalSolidList"/>
    <dgm:cxn modelId="{A73E2F8A-B52E-4093-B123-FC5AEB82C94E}" type="presParOf" srcId="{726362C5-5A9C-4F72-A857-25EAE9036F41}" destId="{C5B8D152-56FF-4860-BB87-EF7069EBB37F}" srcOrd="2" destOrd="0" presId="urn:microsoft.com/office/officeart/2018/2/layout/IconVerticalSolidList"/>
    <dgm:cxn modelId="{D4F009E8-F9E7-4BC1-850C-20971FE13A4D}" type="presParOf" srcId="{726362C5-5A9C-4F72-A857-25EAE9036F41}" destId="{DAC8262D-4401-4A3E-8E21-6BF336ECA5E6}" srcOrd="3" destOrd="0" presId="urn:microsoft.com/office/officeart/2018/2/layout/IconVerticalSolidList"/>
    <dgm:cxn modelId="{D43C1E5F-15C4-4D0C-9482-03B645D6B72E}" type="presParOf" srcId="{726362C5-5A9C-4F72-A857-25EAE9036F41}" destId="{61809EE8-FFF2-442B-BF88-F7C08DD74B98}" srcOrd="4" destOrd="0" presId="urn:microsoft.com/office/officeart/2018/2/layout/IconVerticalSolidList"/>
    <dgm:cxn modelId="{A2F34B19-27E2-4027-B413-D6D13DE56A1B}" type="presParOf" srcId="{DE908BF7-652F-43AC-8AD6-155B657B4B46}" destId="{A81DCF96-38B3-4F5F-AC88-658DEAC60759}" srcOrd="1" destOrd="0" presId="urn:microsoft.com/office/officeart/2018/2/layout/IconVerticalSolidList"/>
    <dgm:cxn modelId="{7CB1EB41-0998-4609-80EF-31C2CDC1749C}" type="presParOf" srcId="{DE908BF7-652F-43AC-8AD6-155B657B4B46}" destId="{8A848F90-F25B-4641-B76F-0A92ECEFC0C1}" srcOrd="2" destOrd="0" presId="urn:microsoft.com/office/officeart/2018/2/layout/IconVerticalSolidList"/>
    <dgm:cxn modelId="{ABB5EF35-E4F2-4F5E-82DC-74E46EBA8745}" type="presParOf" srcId="{8A848F90-F25B-4641-B76F-0A92ECEFC0C1}" destId="{87553B90-98CE-4C5F-B11C-52F6B8F6ADA1}" srcOrd="0" destOrd="0" presId="urn:microsoft.com/office/officeart/2018/2/layout/IconVerticalSolidList"/>
    <dgm:cxn modelId="{E74946DD-BFDA-4172-92C5-A799D5D3A9A2}" type="presParOf" srcId="{8A848F90-F25B-4641-B76F-0A92ECEFC0C1}" destId="{3AB90D7C-0361-48EC-AF4F-F53F52E79355}" srcOrd="1" destOrd="0" presId="urn:microsoft.com/office/officeart/2018/2/layout/IconVerticalSolidList"/>
    <dgm:cxn modelId="{712F6498-8DC5-4EE8-81E6-AC4DD271DB2A}" type="presParOf" srcId="{8A848F90-F25B-4641-B76F-0A92ECEFC0C1}" destId="{CB4B5CCB-4624-4056-871B-0881D9B54ACB}" srcOrd="2" destOrd="0" presId="urn:microsoft.com/office/officeart/2018/2/layout/IconVerticalSolidList"/>
    <dgm:cxn modelId="{A32AF010-B35A-4FE0-94D7-F68F09E29358}" type="presParOf" srcId="{8A848F90-F25B-4641-B76F-0A92ECEFC0C1}" destId="{8916ED22-EC4C-413E-AFAB-3FB0184763A9}" srcOrd="3" destOrd="0" presId="urn:microsoft.com/office/officeart/2018/2/layout/IconVerticalSolidList"/>
    <dgm:cxn modelId="{5FE96ED3-D9EA-45C1-8C7A-740C47E3867B}" type="presParOf" srcId="{8A848F90-F25B-4641-B76F-0A92ECEFC0C1}" destId="{302AB2F8-4920-4932-A6C2-629814EDB75C}" srcOrd="4" destOrd="0" presId="urn:microsoft.com/office/officeart/2018/2/layout/IconVerticalSolidList"/>
    <dgm:cxn modelId="{83AB22ED-E112-4464-8300-9BDD18AE95EC}" type="presParOf" srcId="{DE908BF7-652F-43AC-8AD6-155B657B4B46}" destId="{A3A802F5-D015-46B1-B966-2614FA481D48}" srcOrd="3" destOrd="0" presId="urn:microsoft.com/office/officeart/2018/2/layout/IconVerticalSolidList"/>
    <dgm:cxn modelId="{63D1C679-36D7-4A42-83A8-815157FB9067}" type="presParOf" srcId="{DE908BF7-652F-43AC-8AD6-155B657B4B46}" destId="{E8BAF62B-47A7-4EDC-807D-24114D066B28}" srcOrd="4" destOrd="0" presId="urn:microsoft.com/office/officeart/2018/2/layout/IconVerticalSolidList"/>
    <dgm:cxn modelId="{2171A615-F36E-46A0-85EB-3B7D78EF7CA2}" type="presParOf" srcId="{E8BAF62B-47A7-4EDC-807D-24114D066B28}" destId="{20C4A704-59D6-4F82-8E6A-8060EDC72F5E}" srcOrd="0" destOrd="0" presId="urn:microsoft.com/office/officeart/2018/2/layout/IconVerticalSolidList"/>
    <dgm:cxn modelId="{A479CAC8-3404-4045-858F-89F5CE3618F3}" type="presParOf" srcId="{E8BAF62B-47A7-4EDC-807D-24114D066B28}" destId="{B234EE71-9005-426D-839A-C90F587BBBFC}" srcOrd="1" destOrd="0" presId="urn:microsoft.com/office/officeart/2018/2/layout/IconVerticalSolidList"/>
    <dgm:cxn modelId="{E1962DB2-D500-438A-8EF9-881357605A92}" type="presParOf" srcId="{E8BAF62B-47A7-4EDC-807D-24114D066B28}" destId="{411CC940-DA1B-494C-AA18-910A2096E71A}" srcOrd="2" destOrd="0" presId="urn:microsoft.com/office/officeart/2018/2/layout/IconVerticalSolidList"/>
    <dgm:cxn modelId="{1C7A9EE9-8A54-489E-9F41-973756ECAB90}" type="presParOf" srcId="{E8BAF62B-47A7-4EDC-807D-24114D066B28}" destId="{A4AA041F-6D0F-46D5-B1CC-C0524F0A1AF1}" srcOrd="3" destOrd="0" presId="urn:microsoft.com/office/officeart/2018/2/layout/IconVerticalSolidList"/>
    <dgm:cxn modelId="{62F8C25F-2BBD-4A7C-9BF2-092F13CC896A}" type="presParOf" srcId="{E8BAF62B-47A7-4EDC-807D-24114D066B28}" destId="{4F830ACB-4563-4387-B77F-215B20E17D5D}" srcOrd="4" destOrd="0" presId="urn:microsoft.com/office/officeart/2018/2/layout/IconVerticalSolidList"/>
    <dgm:cxn modelId="{C8553BDE-F1D9-418A-9C01-26851761F730}" type="presParOf" srcId="{DE908BF7-652F-43AC-8AD6-155B657B4B46}" destId="{4EB4E8DF-71A1-4E77-9DAB-498D39A63F5E}" srcOrd="5" destOrd="0" presId="urn:microsoft.com/office/officeart/2018/2/layout/IconVerticalSolidList"/>
    <dgm:cxn modelId="{7200D6E9-8E8C-4E67-A1D6-361164E7B013}" type="presParOf" srcId="{DE908BF7-652F-43AC-8AD6-155B657B4B46}" destId="{57A7E6CD-2014-49F2-B8A1-14857CC23648}" srcOrd="6" destOrd="0" presId="urn:microsoft.com/office/officeart/2018/2/layout/IconVerticalSolidList"/>
    <dgm:cxn modelId="{24DC1E52-614A-4F9A-9CBA-5FA0073F5C41}" type="presParOf" srcId="{57A7E6CD-2014-49F2-B8A1-14857CC23648}" destId="{C7828337-4658-423C-8034-A7F706CDB509}" srcOrd="0" destOrd="0" presId="urn:microsoft.com/office/officeart/2018/2/layout/IconVerticalSolidList"/>
    <dgm:cxn modelId="{B3D97A48-B77C-4FB5-B2E3-5AFEB644151B}" type="presParOf" srcId="{57A7E6CD-2014-49F2-B8A1-14857CC23648}" destId="{E4145D3A-9382-4483-988A-9DDAF75967B3}" srcOrd="1" destOrd="0" presId="urn:microsoft.com/office/officeart/2018/2/layout/IconVerticalSolidList"/>
    <dgm:cxn modelId="{CA3AF438-E533-4341-9DA2-BE81BEE5787F}" type="presParOf" srcId="{57A7E6CD-2014-49F2-B8A1-14857CC23648}" destId="{A90E596B-6B2B-476C-8E9A-3DA59F869F5D}" srcOrd="2" destOrd="0" presId="urn:microsoft.com/office/officeart/2018/2/layout/IconVerticalSolidList"/>
    <dgm:cxn modelId="{6E835C72-176B-4BED-BC82-C8CCA1C3AF47}" type="presParOf" srcId="{57A7E6CD-2014-49F2-B8A1-14857CC23648}" destId="{C6C9586D-89A3-4C85-B00E-AE5180092512}" srcOrd="3" destOrd="0" presId="urn:microsoft.com/office/officeart/2018/2/layout/IconVerticalSolidList"/>
    <dgm:cxn modelId="{5DB5C5CA-4302-46C9-A388-2C65866323CB}" type="presParOf" srcId="{57A7E6CD-2014-49F2-B8A1-14857CC23648}" destId="{CE06DC3B-C72C-4E5E-A47C-27B4B82B51D0}" srcOrd="4" destOrd="0" presId="urn:microsoft.com/office/officeart/2018/2/layout/IconVerticalSolidList"/>
    <dgm:cxn modelId="{B1E1F38A-CD79-4B7C-BE8B-E77CEE07145B}" type="presParOf" srcId="{DE908BF7-652F-43AC-8AD6-155B657B4B46}" destId="{214EEFDA-B642-46A5-AE3B-DEC86B4A2C4D}" srcOrd="7" destOrd="0" presId="urn:microsoft.com/office/officeart/2018/2/layout/IconVerticalSolidList"/>
    <dgm:cxn modelId="{F621525F-24C1-404C-92E5-7DA4B4A25EB4}" type="presParOf" srcId="{DE908BF7-652F-43AC-8AD6-155B657B4B46}" destId="{8412750B-0F28-48D5-9926-8F237774531B}" srcOrd="8" destOrd="0" presId="urn:microsoft.com/office/officeart/2018/2/layout/IconVerticalSolidList"/>
    <dgm:cxn modelId="{14FAEE08-F88A-42BB-AEBC-47DBE85098FB}" type="presParOf" srcId="{8412750B-0F28-48D5-9926-8F237774531B}" destId="{2A230366-5834-41C1-819F-D85648823050}" srcOrd="0" destOrd="0" presId="urn:microsoft.com/office/officeart/2018/2/layout/IconVerticalSolidList"/>
    <dgm:cxn modelId="{B846A03C-2E75-4255-B2B3-590710D740C0}" type="presParOf" srcId="{8412750B-0F28-48D5-9926-8F237774531B}" destId="{0E383E6A-DF24-41F4-9573-F35601085B0B}" srcOrd="1" destOrd="0" presId="urn:microsoft.com/office/officeart/2018/2/layout/IconVerticalSolidList"/>
    <dgm:cxn modelId="{A22FEA1C-10BF-4378-9D6E-D2ED2BC88AF2}" type="presParOf" srcId="{8412750B-0F28-48D5-9926-8F237774531B}" destId="{A3C2A7CD-97F3-4B3B-8687-07390A104B98}" srcOrd="2" destOrd="0" presId="urn:microsoft.com/office/officeart/2018/2/layout/IconVerticalSolidList"/>
    <dgm:cxn modelId="{088B89AC-A05C-4452-9CD3-EE2271FB1293}" type="presParOf" srcId="{8412750B-0F28-48D5-9926-8F237774531B}" destId="{BD34C014-78EF-49B6-916A-9340129CD5DF}" srcOrd="3" destOrd="0" presId="urn:microsoft.com/office/officeart/2018/2/layout/IconVerticalSolidList"/>
    <dgm:cxn modelId="{538B6822-126E-4016-85CB-6DFEB0561827}" type="presParOf" srcId="{8412750B-0F28-48D5-9926-8F237774531B}" destId="{864DAFFD-9896-4B02-9E49-9077C196B931}" srcOrd="4" destOrd="0" presId="urn:microsoft.com/office/officeart/2018/2/layout/IconVerticalSolidList"/>
    <dgm:cxn modelId="{54AFE1E1-7ECD-44A2-9F47-2894DF5DC49A}" type="presParOf" srcId="{DE908BF7-652F-43AC-8AD6-155B657B4B46}" destId="{C514F38E-9853-4A21-9A8F-09DC76145D9F}" srcOrd="9" destOrd="0" presId="urn:microsoft.com/office/officeart/2018/2/layout/IconVerticalSolidList"/>
    <dgm:cxn modelId="{2DEA399E-74D9-4A2A-9E52-98F9FB34CB09}" type="presParOf" srcId="{DE908BF7-652F-43AC-8AD6-155B657B4B46}" destId="{85FAD081-9018-4CF1-92B3-FEBDD08BBC01}" srcOrd="10" destOrd="0" presId="urn:microsoft.com/office/officeart/2018/2/layout/IconVerticalSolidList"/>
    <dgm:cxn modelId="{56AC141E-CD6B-457F-9C1B-0ACC4F7855E3}" type="presParOf" srcId="{85FAD081-9018-4CF1-92B3-FEBDD08BBC01}" destId="{BC905ADC-A9D0-4B6A-B93E-2965A3DE4FE3}" srcOrd="0" destOrd="0" presId="urn:microsoft.com/office/officeart/2018/2/layout/IconVerticalSolidList"/>
    <dgm:cxn modelId="{E8E43F51-E0DD-4621-BF33-DE4961792F1D}" type="presParOf" srcId="{85FAD081-9018-4CF1-92B3-FEBDD08BBC01}" destId="{EE10016B-2FC3-4F33-A785-6A98C803D128}" srcOrd="1" destOrd="0" presId="urn:microsoft.com/office/officeart/2018/2/layout/IconVerticalSolidList"/>
    <dgm:cxn modelId="{E65AE82B-D973-41B4-B631-5CE6D2FFC005}" type="presParOf" srcId="{85FAD081-9018-4CF1-92B3-FEBDD08BBC01}" destId="{E0E2F1E9-C530-41E3-B5B4-A6D43F95E948}" srcOrd="2" destOrd="0" presId="urn:microsoft.com/office/officeart/2018/2/layout/IconVerticalSolidList"/>
    <dgm:cxn modelId="{D83B3E0D-9539-4ED0-B2E8-04003F02B03A}" type="presParOf" srcId="{85FAD081-9018-4CF1-92B3-FEBDD08BBC01}" destId="{3ED6D34E-6A02-4D67-B7BA-EE965AA57D5E}" srcOrd="3" destOrd="0" presId="urn:microsoft.com/office/officeart/2018/2/layout/IconVerticalSolidList"/>
    <dgm:cxn modelId="{E82A8107-E97C-45FC-85F8-9C34CD2FFCF7}" type="presParOf" srcId="{85FAD081-9018-4CF1-92B3-FEBDD08BBC01}" destId="{50104DFA-E558-405C-86DA-5724AF935863}" srcOrd="4" destOrd="0" presId="urn:microsoft.com/office/officeart/2018/2/layout/IconVerticalSolidList"/>
    <dgm:cxn modelId="{5ADFEDD7-512B-421E-B0C9-45BDCC18A4B0}" type="presParOf" srcId="{DE908BF7-652F-43AC-8AD6-155B657B4B46}" destId="{B0775E84-9995-4995-A495-FD82BCEA1681}" srcOrd="11" destOrd="0" presId="urn:microsoft.com/office/officeart/2018/2/layout/IconVerticalSolidList"/>
    <dgm:cxn modelId="{92D5B122-D77B-43E0-B06E-31C7DAE078C7}" type="presParOf" srcId="{DE908BF7-652F-43AC-8AD6-155B657B4B46}" destId="{14F509E5-9F70-4357-B319-362C3EF51278}" srcOrd="12" destOrd="0" presId="urn:microsoft.com/office/officeart/2018/2/layout/IconVerticalSolidList"/>
    <dgm:cxn modelId="{5995167E-9282-40CC-ABF2-C61F39D47D25}" type="presParOf" srcId="{14F509E5-9F70-4357-B319-362C3EF51278}" destId="{6FAB8C98-8D1C-4664-8F95-8F3B59463583}" srcOrd="0" destOrd="0" presId="urn:microsoft.com/office/officeart/2018/2/layout/IconVerticalSolidList"/>
    <dgm:cxn modelId="{56841DCE-D4B0-420A-9C19-0DB2E53EE7F5}" type="presParOf" srcId="{14F509E5-9F70-4357-B319-362C3EF51278}" destId="{55ADE887-5E19-47E3-A2F0-A3922492FEEC}" srcOrd="1" destOrd="0" presId="urn:microsoft.com/office/officeart/2018/2/layout/IconVerticalSolidList"/>
    <dgm:cxn modelId="{4E815454-756D-431E-8963-832A15473AD2}" type="presParOf" srcId="{14F509E5-9F70-4357-B319-362C3EF51278}" destId="{138AFF1D-3570-4C29-AD95-42AF8AF1B43F}" srcOrd="2" destOrd="0" presId="urn:microsoft.com/office/officeart/2018/2/layout/IconVerticalSolidList"/>
    <dgm:cxn modelId="{6477600B-251F-4C27-917B-10088CC0A572}" type="presParOf" srcId="{14F509E5-9F70-4357-B319-362C3EF51278}" destId="{40790E0C-2142-41AB-A4EC-52FAC4117889}" srcOrd="3" destOrd="0" presId="urn:microsoft.com/office/officeart/2018/2/layout/IconVerticalSolidList"/>
    <dgm:cxn modelId="{63324C20-FF63-490F-8BF4-E50EF3EF6371}" type="presParOf" srcId="{14F509E5-9F70-4357-B319-362C3EF51278}" destId="{B636B1D7-4B9C-4286-84A4-D83BC7C2F553}" srcOrd="4" destOrd="0" presId="urn:microsoft.com/office/officeart/2018/2/layout/IconVerticalSolidList"/>
    <dgm:cxn modelId="{A45F650B-24C6-4A8C-8DE6-AA9392AB0DF2}" type="presParOf" srcId="{DE908BF7-652F-43AC-8AD6-155B657B4B46}" destId="{66B5588F-CF83-47B0-B633-C5EDD225633E}" srcOrd="13" destOrd="0" presId="urn:microsoft.com/office/officeart/2018/2/layout/IconVerticalSolidList"/>
    <dgm:cxn modelId="{9AC4497A-72BC-41C8-B8FE-C4A21736F9E6}" type="presParOf" srcId="{DE908BF7-652F-43AC-8AD6-155B657B4B46}" destId="{CCAECCEF-F9E6-4183-B1C2-26588E129238}" srcOrd="14" destOrd="0" presId="urn:microsoft.com/office/officeart/2018/2/layout/IconVerticalSolidList"/>
    <dgm:cxn modelId="{3ECE1961-4830-4594-A873-273CA40C1B8D}" type="presParOf" srcId="{CCAECCEF-F9E6-4183-B1C2-26588E129238}" destId="{B4E13748-8FAB-43D1-9A84-4B0403A53A21}" srcOrd="0" destOrd="0" presId="urn:microsoft.com/office/officeart/2018/2/layout/IconVerticalSolidList"/>
    <dgm:cxn modelId="{7B958EC2-8A4C-40A0-BA6A-B967AB6EED1B}" type="presParOf" srcId="{CCAECCEF-F9E6-4183-B1C2-26588E129238}" destId="{ABF97E5B-F027-4212-B680-065FE9126FCA}" srcOrd="1" destOrd="0" presId="urn:microsoft.com/office/officeart/2018/2/layout/IconVerticalSolidList"/>
    <dgm:cxn modelId="{A764AAF2-2FDC-4B62-9C8A-CB3BD15A47A9}" type="presParOf" srcId="{CCAECCEF-F9E6-4183-B1C2-26588E129238}" destId="{E7A076D9-3550-4C6C-8725-8F64C1F243FB}" srcOrd="2" destOrd="0" presId="urn:microsoft.com/office/officeart/2018/2/layout/IconVerticalSolidList"/>
    <dgm:cxn modelId="{94E020E8-0C69-461B-964F-88719F9D5173}" type="presParOf" srcId="{CCAECCEF-F9E6-4183-B1C2-26588E129238}" destId="{F2C91FCF-4447-4648-9894-4D32915CE4EC}" srcOrd="3" destOrd="0" presId="urn:microsoft.com/office/officeart/2018/2/layout/IconVerticalSolidList"/>
    <dgm:cxn modelId="{97FA0BDC-DA1C-44F8-AF9B-C8CF8F3C2C30}" type="presParOf" srcId="{CCAECCEF-F9E6-4183-B1C2-26588E129238}" destId="{8EF42D07-1F52-4962-A52F-06D6D5A70A43}" srcOrd="4"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6F7C0E92-4660-48FC-9AF9-8F723AEC973A}" type="doc">
      <dgm:prSet loTypeId="urn:microsoft.com/office/officeart/2009/3/layout/HorizontalOrganizationChart" loCatId="hierarchy" qsTypeId="urn:microsoft.com/office/officeart/2005/8/quickstyle/simple1" qsCatId="simple" csTypeId="urn:microsoft.com/office/officeart/2005/8/colors/colorful2" csCatId="colorful" phldr="1"/>
      <dgm:spPr/>
      <dgm:t>
        <a:bodyPr/>
        <a:lstStyle/>
        <a:p>
          <a:endParaRPr lang="en-US"/>
        </a:p>
      </dgm:t>
    </dgm:pt>
    <dgm:pt modelId="{71F39A1B-74CC-4CC2-8AC0-BBD0DE8EBD5E}">
      <dgm:prSet/>
      <dgm:spPr/>
      <dgm:t>
        <a:bodyPr/>
        <a:lstStyle/>
        <a:p>
          <a:r>
            <a:rPr lang="en-US"/>
            <a:t>The honeypot is simulating using python scripts:</a:t>
          </a:r>
        </a:p>
      </dgm:t>
    </dgm:pt>
    <dgm:pt modelId="{CB5F1717-5051-4ADA-BAEB-EFA0ECF72C2F}" type="parTrans" cxnId="{4CE93D43-0C29-45BA-B587-C58254B83D11}">
      <dgm:prSet/>
      <dgm:spPr/>
      <dgm:t>
        <a:bodyPr/>
        <a:lstStyle/>
        <a:p>
          <a:endParaRPr lang="en-US"/>
        </a:p>
      </dgm:t>
    </dgm:pt>
    <dgm:pt modelId="{EC2DEF3C-8E07-4BAF-A045-00C2E80BE641}" type="sibTrans" cxnId="{4CE93D43-0C29-45BA-B587-C58254B83D11}">
      <dgm:prSet/>
      <dgm:spPr/>
      <dgm:t>
        <a:bodyPr/>
        <a:lstStyle/>
        <a:p>
          <a:endParaRPr lang="en-US"/>
        </a:p>
      </dgm:t>
    </dgm:pt>
    <dgm:pt modelId="{85D7B577-A9A9-4F36-94A7-2AD3E225928D}">
      <dgm:prSet/>
      <dgm:spPr/>
      <dgm:t>
        <a:bodyPr/>
        <a:lstStyle/>
        <a:p>
          <a:r>
            <a:rPr lang="en-US"/>
            <a:t>Water treatment physical process</a:t>
          </a:r>
        </a:p>
      </dgm:t>
    </dgm:pt>
    <dgm:pt modelId="{88E6F5C5-822B-448E-BA98-8011A13B5E4F}" type="parTrans" cxnId="{6F558274-2EBB-4AFA-8C2D-C9D38058CAD5}">
      <dgm:prSet/>
      <dgm:spPr/>
      <dgm:t>
        <a:bodyPr/>
        <a:lstStyle/>
        <a:p>
          <a:endParaRPr lang="en-US"/>
        </a:p>
      </dgm:t>
    </dgm:pt>
    <dgm:pt modelId="{75289CB4-9A55-41F4-810C-ADAC0608E165}" type="sibTrans" cxnId="{6F558274-2EBB-4AFA-8C2D-C9D38058CAD5}">
      <dgm:prSet/>
      <dgm:spPr/>
      <dgm:t>
        <a:bodyPr/>
        <a:lstStyle/>
        <a:p>
          <a:endParaRPr lang="en-US"/>
        </a:p>
      </dgm:t>
    </dgm:pt>
    <dgm:pt modelId="{19B264F4-6160-4EFA-9809-A77A2A9E65E5}">
      <dgm:prSet/>
      <dgm:spPr/>
      <dgm:t>
        <a:bodyPr/>
        <a:lstStyle/>
        <a:p>
          <a:r>
            <a:rPr lang="en-US"/>
            <a:t>HMI and four PLCs</a:t>
          </a:r>
        </a:p>
      </dgm:t>
    </dgm:pt>
    <dgm:pt modelId="{D403BCB0-C68F-4EB2-8D4B-EDAF8D258106}" type="parTrans" cxnId="{8A877A57-0B3A-4630-917E-758CE1AE9B15}">
      <dgm:prSet/>
      <dgm:spPr/>
      <dgm:t>
        <a:bodyPr/>
        <a:lstStyle/>
        <a:p>
          <a:endParaRPr lang="en-US"/>
        </a:p>
      </dgm:t>
    </dgm:pt>
    <dgm:pt modelId="{A9921350-A1A1-4B48-AD4D-BF14831ABC85}" type="sibTrans" cxnId="{8A877A57-0B3A-4630-917E-758CE1AE9B15}">
      <dgm:prSet/>
      <dgm:spPr/>
      <dgm:t>
        <a:bodyPr/>
        <a:lstStyle/>
        <a:p>
          <a:endParaRPr lang="en-US"/>
        </a:p>
      </dgm:t>
    </dgm:pt>
    <dgm:pt modelId="{C7857DF4-A55A-4A6F-A33F-C83ACAB1E365}">
      <dgm:prSet/>
      <dgm:spPr/>
      <dgm:t>
        <a:bodyPr/>
        <a:lstStyle/>
        <a:p>
          <a:r>
            <a:rPr lang="en-US"/>
            <a:t>The interlock between components is also simulated</a:t>
          </a:r>
        </a:p>
      </dgm:t>
    </dgm:pt>
    <dgm:pt modelId="{33123F51-1285-43EB-A83D-AB0DC03F9420}" type="parTrans" cxnId="{4B56DA29-4448-459D-A16A-0102983F398B}">
      <dgm:prSet/>
      <dgm:spPr/>
      <dgm:t>
        <a:bodyPr/>
        <a:lstStyle/>
        <a:p>
          <a:endParaRPr lang="en-US"/>
        </a:p>
      </dgm:t>
    </dgm:pt>
    <dgm:pt modelId="{D7C6CBB7-0836-4D8C-86D9-37AD3F6576B8}" type="sibTrans" cxnId="{4B56DA29-4448-459D-A16A-0102983F398B}">
      <dgm:prSet/>
      <dgm:spPr/>
      <dgm:t>
        <a:bodyPr/>
        <a:lstStyle/>
        <a:p>
          <a:endParaRPr lang="en-US"/>
        </a:p>
      </dgm:t>
    </dgm:pt>
    <dgm:pt modelId="{2B43AFB3-9F92-4843-9B6C-67EB528EA81E}">
      <dgm:prSet/>
      <dgm:spPr/>
      <dgm:t>
        <a:bodyPr/>
        <a:lstStyle/>
        <a:p>
          <a:r>
            <a:rPr lang="en-US"/>
            <a:t>PLC1 logic depends upon values stored in PLC2, and PLC3</a:t>
          </a:r>
        </a:p>
      </dgm:t>
    </dgm:pt>
    <dgm:pt modelId="{14163C6F-2B06-464D-A736-A86C25005FC4}" type="parTrans" cxnId="{BA97F610-F55B-457C-B658-07282FB0D096}">
      <dgm:prSet/>
      <dgm:spPr/>
      <dgm:t>
        <a:bodyPr/>
        <a:lstStyle/>
        <a:p>
          <a:endParaRPr lang="en-US"/>
        </a:p>
      </dgm:t>
    </dgm:pt>
    <dgm:pt modelId="{6E51F739-42BF-415A-AB3B-64831039A0CF}" type="sibTrans" cxnId="{BA97F610-F55B-457C-B658-07282FB0D096}">
      <dgm:prSet/>
      <dgm:spPr/>
      <dgm:t>
        <a:bodyPr/>
        <a:lstStyle/>
        <a:p>
          <a:endParaRPr lang="en-US"/>
        </a:p>
      </dgm:t>
    </dgm:pt>
    <dgm:pt modelId="{BD86DA93-BAC6-434E-8817-B3BDD0DF111A}">
      <dgm:prSet/>
      <dgm:spPr/>
      <dgm:t>
        <a:bodyPr/>
        <a:lstStyle/>
        <a:p>
          <a:r>
            <a:rPr lang="en-US"/>
            <a:t>They are using real </a:t>
          </a:r>
          <a:r>
            <a:rPr lang="en-US" b="1"/>
            <a:t>Tagging names</a:t>
          </a:r>
          <a:endParaRPr lang="en-US"/>
        </a:p>
      </dgm:t>
    </dgm:pt>
    <dgm:pt modelId="{8D289DBA-2A86-4E6F-AA7B-02574AB1A7D2}" type="parTrans" cxnId="{53939471-4659-4D56-8C3E-B58949EBE380}">
      <dgm:prSet/>
      <dgm:spPr/>
      <dgm:t>
        <a:bodyPr/>
        <a:lstStyle/>
        <a:p>
          <a:endParaRPr lang="en-US"/>
        </a:p>
      </dgm:t>
    </dgm:pt>
    <dgm:pt modelId="{C0C1CCD3-1945-4C22-8598-575224254B31}" type="sibTrans" cxnId="{53939471-4659-4D56-8C3E-B58949EBE380}">
      <dgm:prSet/>
      <dgm:spPr/>
      <dgm:t>
        <a:bodyPr/>
        <a:lstStyle/>
        <a:p>
          <a:endParaRPr lang="en-US"/>
        </a:p>
      </dgm:t>
    </dgm:pt>
    <dgm:pt modelId="{51FA7F31-4B49-4F3F-959E-9C34C0408156}">
      <dgm:prSet/>
      <dgm:spPr/>
      <dgm:t>
        <a:bodyPr/>
        <a:lstStyle/>
        <a:p>
          <a:r>
            <a:rPr lang="en-US" dirty="0"/>
            <a:t>The physical process simulates the hydraulic part of the system, in real-time ( following some physics equation described in testbed )</a:t>
          </a:r>
        </a:p>
      </dgm:t>
    </dgm:pt>
    <dgm:pt modelId="{746CA5E7-4008-41A5-A8E2-1AA058851BFE}" type="parTrans" cxnId="{AEC048C2-4DFC-428D-831D-38CC8813F9CD}">
      <dgm:prSet/>
      <dgm:spPr/>
      <dgm:t>
        <a:bodyPr/>
        <a:lstStyle/>
        <a:p>
          <a:endParaRPr lang="en-US"/>
        </a:p>
      </dgm:t>
    </dgm:pt>
    <dgm:pt modelId="{4EE032F8-E96A-4C46-A5BB-710293C50854}" type="sibTrans" cxnId="{AEC048C2-4DFC-428D-831D-38CC8813F9CD}">
      <dgm:prSet/>
      <dgm:spPr/>
      <dgm:t>
        <a:bodyPr/>
        <a:lstStyle/>
        <a:p>
          <a:endParaRPr lang="en-US"/>
        </a:p>
      </dgm:t>
    </dgm:pt>
    <dgm:pt modelId="{F1A8949A-6003-47DE-ACCA-283716FBF962}" type="pres">
      <dgm:prSet presAssocID="{6F7C0E92-4660-48FC-9AF9-8F723AEC973A}" presName="hierChild1" presStyleCnt="0">
        <dgm:presLayoutVars>
          <dgm:orgChart val="1"/>
          <dgm:chPref val="1"/>
          <dgm:dir/>
          <dgm:animOne val="branch"/>
          <dgm:animLvl val="lvl"/>
          <dgm:resizeHandles/>
        </dgm:presLayoutVars>
      </dgm:prSet>
      <dgm:spPr/>
    </dgm:pt>
    <dgm:pt modelId="{AE1D9621-EE50-46D1-8164-44D1426ED4D4}" type="pres">
      <dgm:prSet presAssocID="{71F39A1B-74CC-4CC2-8AC0-BBD0DE8EBD5E}" presName="hierRoot1" presStyleCnt="0">
        <dgm:presLayoutVars>
          <dgm:hierBranch val="init"/>
        </dgm:presLayoutVars>
      </dgm:prSet>
      <dgm:spPr/>
    </dgm:pt>
    <dgm:pt modelId="{650EAA5C-BE2F-4EF9-8AC6-4628921482B9}" type="pres">
      <dgm:prSet presAssocID="{71F39A1B-74CC-4CC2-8AC0-BBD0DE8EBD5E}" presName="rootComposite1" presStyleCnt="0"/>
      <dgm:spPr/>
    </dgm:pt>
    <dgm:pt modelId="{5E110203-C467-4511-8DC8-EA122D246670}" type="pres">
      <dgm:prSet presAssocID="{71F39A1B-74CC-4CC2-8AC0-BBD0DE8EBD5E}" presName="rootText1" presStyleLbl="node0" presStyleIdx="0" presStyleCnt="4">
        <dgm:presLayoutVars>
          <dgm:chPref val="3"/>
        </dgm:presLayoutVars>
      </dgm:prSet>
      <dgm:spPr/>
    </dgm:pt>
    <dgm:pt modelId="{C9F45B1B-A478-41E5-8F5B-F6DF706AE23A}" type="pres">
      <dgm:prSet presAssocID="{71F39A1B-74CC-4CC2-8AC0-BBD0DE8EBD5E}" presName="rootConnector1" presStyleLbl="node1" presStyleIdx="0" presStyleCnt="0"/>
      <dgm:spPr/>
    </dgm:pt>
    <dgm:pt modelId="{E03348EB-5C8B-4FD2-935D-F6F281B34273}" type="pres">
      <dgm:prSet presAssocID="{71F39A1B-74CC-4CC2-8AC0-BBD0DE8EBD5E}" presName="hierChild2" presStyleCnt="0"/>
      <dgm:spPr/>
    </dgm:pt>
    <dgm:pt modelId="{06008372-0C5E-479B-A7DE-C5AFB8F60584}" type="pres">
      <dgm:prSet presAssocID="{88E6F5C5-822B-448E-BA98-8011A13B5E4F}" presName="Name64" presStyleLbl="parChTrans1D2" presStyleIdx="0" presStyleCnt="3"/>
      <dgm:spPr/>
    </dgm:pt>
    <dgm:pt modelId="{F5A23F40-EFE8-4EC3-B93A-5AE54700AE8F}" type="pres">
      <dgm:prSet presAssocID="{85D7B577-A9A9-4F36-94A7-2AD3E225928D}" presName="hierRoot2" presStyleCnt="0">
        <dgm:presLayoutVars>
          <dgm:hierBranch val="init"/>
        </dgm:presLayoutVars>
      </dgm:prSet>
      <dgm:spPr/>
    </dgm:pt>
    <dgm:pt modelId="{B7BDF9D9-0164-4F42-BC54-0E13700C4E6C}" type="pres">
      <dgm:prSet presAssocID="{85D7B577-A9A9-4F36-94A7-2AD3E225928D}" presName="rootComposite" presStyleCnt="0"/>
      <dgm:spPr/>
    </dgm:pt>
    <dgm:pt modelId="{5C52890A-655D-4FB2-B7FD-46C061D20E1E}" type="pres">
      <dgm:prSet presAssocID="{85D7B577-A9A9-4F36-94A7-2AD3E225928D}" presName="rootText" presStyleLbl="node2" presStyleIdx="0" presStyleCnt="3">
        <dgm:presLayoutVars>
          <dgm:chPref val="3"/>
        </dgm:presLayoutVars>
      </dgm:prSet>
      <dgm:spPr/>
    </dgm:pt>
    <dgm:pt modelId="{07E9CD5E-F293-4CC0-9A46-C3868243CC51}" type="pres">
      <dgm:prSet presAssocID="{85D7B577-A9A9-4F36-94A7-2AD3E225928D}" presName="rootConnector" presStyleLbl="node2" presStyleIdx="0" presStyleCnt="3"/>
      <dgm:spPr/>
    </dgm:pt>
    <dgm:pt modelId="{E8DD133D-BFE2-4B98-9427-04E2E509C5C8}" type="pres">
      <dgm:prSet presAssocID="{85D7B577-A9A9-4F36-94A7-2AD3E225928D}" presName="hierChild4" presStyleCnt="0"/>
      <dgm:spPr/>
    </dgm:pt>
    <dgm:pt modelId="{FCBEAAD5-DD0C-47AC-91CF-5938D22A0DE9}" type="pres">
      <dgm:prSet presAssocID="{85D7B577-A9A9-4F36-94A7-2AD3E225928D}" presName="hierChild5" presStyleCnt="0"/>
      <dgm:spPr/>
    </dgm:pt>
    <dgm:pt modelId="{5509C5BB-98D5-43EF-A97C-6FD9A2F414D0}" type="pres">
      <dgm:prSet presAssocID="{D403BCB0-C68F-4EB2-8D4B-EDAF8D258106}" presName="Name64" presStyleLbl="parChTrans1D2" presStyleIdx="1" presStyleCnt="3"/>
      <dgm:spPr/>
    </dgm:pt>
    <dgm:pt modelId="{60EC9734-FB1E-4AAE-9C28-DB490A8BE7B3}" type="pres">
      <dgm:prSet presAssocID="{19B264F4-6160-4EFA-9809-A77A2A9E65E5}" presName="hierRoot2" presStyleCnt="0">
        <dgm:presLayoutVars>
          <dgm:hierBranch val="init"/>
        </dgm:presLayoutVars>
      </dgm:prSet>
      <dgm:spPr/>
    </dgm:pt>
    <dgm:pt modelId="{5DFF58DD-BF46-4AA1-99F5-844321C02E9E}" type="pres">
      <dgm:prSet presAssocID="{19B264F4-6160-4EFA-9809-A77A2A9E65E5}" presName="rootComposite" presStyleCnt="0"/>
      <dgm:spPr/>
    </dgm:pt>
    <dgm:pt modelId="{03900D3D-7F13-47EA-92A9-13057C8B2648}" type="pres">
      <dgm:prSet presAssocID="{19B264F4-6160-4EFA-9809-A77A2A9E65E5}" presName="rootText" presStyleLbl="node2" presStyleIdx="1" presStyleCnt="3">
        <dgm:presLayoutVars>
          <dgm:chPref val="3"/>
        </dgm:presLayoutVars>
      </dgm:prSet>
      <dgm:spPr/>
    </dgm:pt>
    <dgm:pt modelId="{5C6CD2D4-BD28-442F-9575-D63FF2A7D400}" type="pres">
      <dgm:prSet presAssocID="{19B264F4-6160-4EFA-9809-A77A2A9E65E5}" presName="rootConnector" presStyleLbl="node2" presStyleIdx="1" presStyleCnt="3"/>
      <dgm:spPr/>
    </dgm:pt>
    <dgm:pt modelId="{21489E39-7FA8-41B2-B252-34EFC26E10DD}" type="pres">
      <dgm:prSet presAssocID="{19B264F4-6160-4EFA-9809-A77A2A9E65E5}" presName="hierChild4" presStyleCnt="0"/>
      <dgm:spPr/>
    </dgm:pt>
    <dgm:pt modelId="{F3933C24-0A5C-4F9B-8FB3-4E8D45DFB5CA}" type="pres">
      <dgm:prSet presAssocID="{19B264F4-6160-4EFA-9809-A77A2A9E65E5}" presName="hierChild5" presStyleCnt="0"/>
      <dgm:spPr/>
    </dgm:pt>
    <dgm:pt modelId="{2874421E-CA7D-4C46-9F2E-80CB49ABBE80}" type="pres">
      <dgm:prSet presAssocID="{71F39A1B-74CC-4CC2-8AC0-BBD0DE8EBD5E}" presName="hierChild3" presStyleCnt="0"/>
      <dgm:spPr/>
    </dgm:pt>
    <dgm:pt modelId="{5904546B-9B34-4FFB-AA13-BDE7F9624B70}" type="pres">
      <dgm:prSet presAssocID="{C7857DF4-A55A-4A6F-A33F-C83ACAB1E365}" presName="hierRoot1" presStyleCnt="0">
        <dgm:presLayoutVars>
          <dgm:hierBranch val="init"/>
        </dgm:presLayoutVars>
      </dgm:prSet>
      <dgm:spPr/>
    </dgm:pt>
    <dgm:pt modelId="{D53975E0-295E-49F3-B90B-190B3ADB78E8}" type="pres">
      <dgm:prSet presAssocID="{C7857DF4-A55A-4A6F-A33F-C83ACAB1E365}" presName="rootComposite1" presStyleCnt="0"/>
      <dgm:spPr/>
    </dgm:pt>
    <dgm:pt modelId="{18012FCF-28FF-4E54-BD94-9513EA687B4B}" type="pres">
      <dgm:prSet presAssocID="{C7857DF4-A55A-4A6F-A33F-C83ACAB1E365}" presName="rootText1" presStyleLbl="node0" presStyleIdx="1" presStyleCnt="4">
        <dgm:presLayoutVars>
          <dgm:chPref val="3"/>
        </dgm:presLayoutVars>
      </dgm:prSet>
      <dgm:spPr/>
    </dgm:pt>
    <dgm:pt modelId="{5803B7D5-70E5-417A-8581-7FC9C88551F4}" type="pres">
      <dgm:prSet presAssocID="{C7857DF4-A55A-4A6F-A33F-C83ACAB1E365}" presName="rootConnector1" presStyleLbl="node1" presStyleIdx="0" presStyleCnt="0"/>
      <dgm:spPr/>
    </dgm:pt>
    <dgm:pt modelId="{FEA309F3-12C2-42BB-B9AF-3F2CC2C43686}" type="pres">
      <dgm:prSet presAssocID="{C7857DF4-A55A-4A6F-A33F-C83ACAB1E365}" presName="hierChild2" presStyleCnt="0"/>
      <dgm:spPr/>
    </dgm:pt>
    <dgm:pt modelId="{39A8F6F9-6D49-4295-93FA-C82F5226192D}" type="pres">
      <dgm:prSet presAssocID="{14163C6F-2B06-464D-A736-A86C25005FC4}" presName="Name64" presStyleLbl="parChTrans1D2" presStyleIdx="2" presStyleCnt="3"/>
      <dgm:spPr/>
    </dgm:pt>
    <dgm:pt modelId="{79CBDB59-91DA-4AF8-A78A-BBDCF6432D9B}" type="pres">
      <dgm:prSet presAssocID="{2B43AFB3-9F92-4843-9B6C-67EB528EA81E}" presName="hierRoot2" presStyleCnt="0">
        <dgm:presLayoutVars>
          <dgm:hierBranch val="init"/>
        </dgm:presLayoutVars>
      </dgm:prSet>
      <dgm:spPr/>
    </dgm:pt>
    <dgm:pt modelId="{15A7F790-0B25-45DE-978D-B4F22D60DF67}" type="pres">
      <dgm:prSet presAssocID="{2B43AFB3-9F92-4843-9B6C-67EB528EA81E}" presName="rootComposite" presStyleCnt="0"/>
      <dgm:spPr/>
    </dgm:pt>
    <dgm:pt modelId="{F86E543A-52E0-4299-BC8B-62538711DBBE}" type="pres">
      <dgm:prSet presAssocID="{2B43AFB3-9F92-4843-9B6C-67EB528EA81E}" presName="rootText" presStyleLbl="node2" presStyleIdx="2" presStyleCnt="3">
        <dgm:presLayoutVars>
          <dgm:chPref val="3"/>
        </dgm:presLayoutVars>
      </dgm:prSet>
      <dgm:spPr/>
    </dgm:pt>
    <dgm:pt modelId="{032FCC74-B37F-4773-AD32-5746CCFF9D3E}" type="pres">
      <dgm:prSet presAssocID="{2B43AFB3-9F92-4843-9B6C-67EB528EA81E}" presName="rootConnector" presStyleLbl="node2" presStyleIdx="2" presStyleCnt="3"/>
      <dgm:spPr/>
    </dgm:pt>
    <dgm:pt modelId="{99850F47-A6EA-425D-8373-FB6E22671A05}" type="pres">
      <dgm:prSet presAssocID="{2B43AFB3-9F92-4843-9B6C-67EB528EA81E}" presName="hierChild4" presStyleCnt="0"/>
      <dgm:spPr/>
    </dgm:pt>
    <dgm:pt modelId="{99749CA3-5C6E-4802-8AEB-0884F97B358D}" type="pres">
      <dgm:prSet presAssocID="{2B43AFB3-9F92-4843-9B6C-67EB528EA81E}" presName="hierChild5" presStyleCnt="0"/>
      <dgm:spPr/>
    </dgm:pt>
    <dgm:pt modelId="{FB7601E4-8594-45B4-85CA-BD63E52C71A6}" type="pres">
      <dgm:prSet presAssocID="{C7857DF4-A55A-4A6F-A33F-C83ACAB1E365}" presName="hierChild3" presStyleCnt="0"/>
      <dgm:spPr/>
    </dgm:pt>
    <dgm:pt modelId="{32740CA5-CCA9-447A-9251-40ABF41F1844}" type="pres">
      <dgm:prSet presAssocID="{BD86DA93-BAC6-434E-8817-B3BDD0DF111A}" presName="hierRoot1" presStyleCnt="0">
        <dgm:presLayoutVars>
          <dgm:hierBranch val="init"/>
        </dgm:presLayoutVars>
      </dgm:prSet>
      <dgm:spPr/>
    </dgm:pt>
    <dgm:pt modelId="{7F9C2CE6-98C9-4816-BBD0-1383C55A2D40}" type="pres">
      <dgm:prSet presAssocID="{BD86DA93-BAC6-434E-8817-B3BDD0DF111A}" presName="rootComposite1" presStyleCnt="0"/>
      <dgm:spPr/>
    </dgm:pt>
    <dgm:pt modelId="{9723C4E6-9828-4018-801E-CB134138FFEE}" type="pres">
      <dgm:prSet presAssocID="{BD86DA93-BAC6-434E-8817-B3BDD0DF111A}" presName="rootText1" presStyleLbl="node0" presStyleIdx="2" presStyleCnt="4" custScaleX="252182">
        <dgm:presLayoutVars>
          <dgm:chPref val="3"/>
        </dgm:presLayoutVars>
      </dgm:prSet>
      <dgm:spPr/>
    </dgm:pt>
    <dgm:pt modelId="{7740C660-D535-462E-B92E-46C9A4D94BCF}" type="pres">
      <dgm:prSet presAssocID="{BD86DA93-BAC6-434E-8817-B3BDD0DF111A}" presName="rootConnector1" presStyleLbl="node1" presStyleIdx="0" presStyleCnt="0"/>
      <dgm:spPr/>
    </dgm:pt>
    <dgm:pt modelId="{69B3F843-A97B-43AA-8345-8DE7DABEB9DE}" type="pres">
      <dgm:prSet presAssocID="{BD86DA93-BAC6-434E-8817-B3BDD0DF111A}" presName="hierChild2" presStyleCnt="0"/>
      <dgm:spPr/>
    </dgm:pt>
    <dgm:pt modelId="{D9FA8243-B0A9-4C2B-AFBA-BAC6BB830061}" type="pres">
      <dgm:prSet presAssocID="{BD86DA93-BAC6-434E-8817-B3BDD0DF111A}" presName="hierChild3" presStyleCnt="0"/>
      <dgm:spPr/>
    </dgm:pt>
    <dgm:pt modelId="{B9B7F3D5-C119-4063-B684-9ACB2A59015D}" type="pres">
      <dgm:prSet presAssocID="{51FA7F31-4B49-4F3F-959E-9C34C0408156}" presName="hierRoot1" presStyleCnt="0">
        <dgm:presLayoutVars>
          <dgm:hierBranch val="init"/>
        </dgm:presLayoutVars>
      </dgm:prSet>
      <dgm:spPr/>
    </dgm:pt>
    <dgm:pt modelId="{D865A1AB-A959-4B7C-AABA-15436DC67284}" type="pres">
      <dgm:prSet presAssocID="{51FA7F31-4B49-4F3F-959E-9C34C0408156}" presName="rootComposite1" presStyleCnt="0"/>
      <dgm:spPr/>
    </dgm:pt>
    <dgm:pt modelId="{DD41D034-46B3-46C4-AF45-9774EADC36E3}" type="pres">
      <dgm:prSet presAssocID="{51FA7F31-4B49-4F3F-959E-9C34C0408156}" presName="rootText1" presStyleLbl="node0" presStyleIdx="3" presStyleCnt="4" custScaleX="253405" custScaleY="141021">
        <dgm:presLayoutVars>
          <dgm:chPref val="3"/>
        </dgm:presLayoutVars>
      </dgm:prSet>
      <dgm:spPr/>
    </dgm:pt>
    <dgm:pt modelId="{46CEC1D4-8A3B-49D9-8325-4F3311D7F31E}" type="pres">
      <dgm:prSet presAssocID="{51FA7F31-4B49-4F3F-959E-9C34C0408156}" presName="rootConnector1" presStyleLbl="node1" presStyleIdx="0" presStyleCnt="0"/>
      <dgm:spPr/>
    </dgm:pt>
    <dgm:pt modelId="{3C8B31D3-4176-4C7A-8E0F-E34DFAB94A1B}" type="pres">
      <dgm:prSet presAssocID="{51FA7F31-4B49-4F3F-959E-9C34C0408156}" presName="hierChild2" presStyleCnt="0"/>
      <dgm:spPr/>
    </dgm:pt>
    <dgm:pt modelId="{2540AA21-E9B0-4E7B-ADEF-1B7945DD7E68}" type="pres">
      <dgm:prSet presAssocID="{51FA7F31-4B49-4F3F-959E-9C34C0408156}" presName="hierChild3" presStyleCnt="0"/>
      <dgm:spPr/>
    </dgm:pt>
  </dgm:ptLst>
  <dgm:cxnLst>
    <dgm:cxn modelId="{0EB75C08-ECC0-4690-8CD8-DF8D7C47E72F}" type="presOf" srcId="{D403BCB0-C68F-4EB2-8D4B-EDAF8D258106}" destId="{5509C5BB-98D5-43EF-A97C-6FD9A2F414D0}" srcOrd="0" destOrd="0" presId="urn:microsoft.com/office/officeart/2009/3/layout/HorizontalOrganizationChart"/>
    <dgm:cxn modelId="{B651850D-5D03-4963-9ADA-F1E827EEFC97}" type="presOf" srcId="{14163C6F-2B06-464D-A736-A86C25005FC4}" destId="{39A8F6F9-6D49-4295-93FA-C82F5226192D}" srcOrd="0" destOrd="0" presId="urn:microsoft.com/office/officeart/2009/3/layout/HorizontalOrganizationChart"/>
    <dgm:cxn modelId="{F7ED7110-BE7F-434F-B80E-24659E8645B3}" type="presOf" srcId="{BD86DA93-BAC6-434E-8817-B3BDD0DF111A}" destId="{7740C660-D535-462E-B92E-46C9A4D94BCF}" srcOrd="1" destOrd="0" presId="urn:microsoft.com/office/officeart/2009/3/layout/HorizontalOrganizationChart"/>
    <dgm:cxn modelId="{BA97F610-F55B-457C-B658-07282FB0D096}" srcId="{C7857DF4-A55A-4A6F-A33F-C83ACAB1E365}" destId="{2B43AFB3-9F92-4843-9B6C-67EB528EA81E}" srcOrd="0" destOrd="0" parTransId="{14163C6F-2B06-464D-A736-A86C25005FC4}" sibTransId="{6E51F739-42BF-415A-AB3B-64831039A0CF}"/>
    <dgm:cxn modelId="{4B56DA29-4448-459D-A16A-0102983F398B}" srcId="{6F7C0E92-4660-48FC-9AF9-8F723AEC973A}" destId="{C7857DF4-A55A-4A6F-A33F-C83ACAB1E365}" srcOrd="1" destOrd="0" parTransId="{33123F51-1285-43EB-A83D-AB0DC03F9420}" sibTransId="{D7C6CBB7-0836-4D8C-86D9-37AD3F6576B8}"/>
    <dgm:cxn modelId="{B548792A-4787-4882-96C6-77AFAA3C32FE}" type="presOf" srcId="{85D7B577-A9A9-4F36-94A7-2AD3E225928D}" destId="{5C52890A-655D-4FB2-B7FD-46C061D20E1E}" srcOrd="0" destOrd="0" presId="urn:microsoft.com/office/officeart/2009/3/layout/HorizontalOrganizationChart"/>
    <dgm:cxn modelId="{E814563A-1F00-42D9-9995-CFB49D003396}" type="presOf" srcId="{71F39A1B-74CC-4CC2-8AC0-BBD0DE8EBD5E}" destId="{C9F45B1B-A478-41E5-8F5B-F6DF706AE23A}" srcOrd="1" destOrd="0" presId="urn:microsoft.com/office/officeart/2009/3/layout/HorizontalOrganizationChart"/>
    <dgm:cxn modelId="{A604C561-D4DF-47E8-A8BE-42724CAD8B48}" type="presOf" srcId="{51FA7F31-4B49-4F3F-959E-9C34C0408156}" destId="{46CEC1D4-8A3B-49D9-8325-4F3311D7F31E}" srcOrd="1" destOrd="0" presId="urn:microsoft.com/office/officeart/2009/3/layout/HorizontalOrganizationChart"/>
    <dgm:cxn modelId="{4CE93D43-0C29-45BA-B587-C58254B83D11}" srcId="{6F7C0E92-4660-48FC-9AF9-8F723AEC973A}" destId="{71F39A1B-74CC-4CC2-8AC0-BBD0DE8EBD5E}" srcOrd="0" destOrd="0" parTransId="{CB5F1717-5051-4ADA-BAEB-EFA0ECF72C2F}" sibTransId="{EC2DEF3C-8E07-4BAF-A045-00C2E80BE641}"/>
    <dgm:cxn modelId="{8FDDCE63-D345-4F74-8321-AAA9067F04AD}" type="presOf" srcId="{51FA7F31-4B49-4F3F-959E-9C34C0408156}" destId="{DD41D034-46B3-46C4-AF45-9774EADC36E3}" srcOrd="0" destOrd="0" presId="urn:microsoft.com/office/officeart/2009/3/layout/HorizontalOrganizationChart"/>
    <dgm:cxn modelId="{53939471-4659-4D56-8C3E-B58949EBE380}" srcId="{6F7C0E92-4660-48FC-9AF9-8F723AEC973A}" destId="{BD86DA93-BAC6-434E-8817-B3BDD0DF111A}" srcOrd="2" destOrd="0" parTransId="{8D289DBA-2A86-4E6F-AA7B-02574AB1A7D2}" sibTransId="{C0C1CCD3-1945-4C22-8598-575224254B31}"/>
    <dgm:cxn modelId="{CBCD0A52-F223-4DE5-B7F9-4D8B3321E84E}" type="presOf" srcId="{71F39A1B-74CC-4CC2-8AC0-BBD0DE8EBD5E}" destId="{5E110203-C467-4511-8DC8-EA122D246670}" srcOrd="0" destOrd="0" presId="urn:microsoft.com/office/officeart/2009/3/layout/HorizontalOrganizationChart"/>
    <dgm:cxn modelId="{AE4D6253-CE95-4BA2-A41E-FD49220A84E9}" type="presOf" srcId="{BD86DA93-BAC6-434E-8817-B3BDD0DF111A}" destId="{9723C4E6-9828-4018-801E-CB134138FFEE}" srcOrd="0" destOrd="0" presId="urn:microsoft.com/office/officeart/2009/3/layout/HorizontalOrganizationChart"/>
    <dgm:cxn modelId="{6F558274-2EBB-4AFA-8C2D-C9D38058CAD5}" srcId="{71F39A1B-74CC-4CC2-8AC0-BBD0DE8EBD5E}" destId="{85D7B577-A9A9-4F36-94A7-2AD3E225928D}" srcOrd="0" destOrd="0" parTransId="{88E6F5C5-822B-448E-BA98-8011A13B5E4F}" sibTransId="{75289CB4-9A55-41F4-810C-ADAC0608E165}"/>
    <dgm:cxn modelId="{8A877A57-0B3A-4630-917E-758CE1AE9B15}" srcId="{71F39A1B-74CC-4CC2-8AC0-BBD0DE8EBD5E}" destId="{19B264F4-6160-4EFA-9809-A77A2A9E65E5}" srcOrd="1" destOrd="0" parTransId="{D403BCB0-C68F-4EB2-8D4B-EDAF8D258106}" sibTransId="{A9921350-A1A1-4B48-AD4D-BF14831ABC85}"/>
    <dgm:cxn modelId="{B1A07886-57A8-47CA-AF0D-35357CEB3454}" type="presOf" srcId="{19B264F4-6160-4EFA-9809-A77A2A9E65E5}" destId="{03900D3D-7F13-47EA-92A9-13057C8B2648}" srcOrd="0" destOrd="0" presId="urn:microsoft.com/office/officeart/2009/3/layout/HorizontalOrganizationChart"/>
    <dgm:cxn modelId="{3EDB0C88-1687-4C53-A477-5F6F85FE7B1F}" type="presOf" srcId="{2B43AFB3-9F92-4843-9B6C-67EB528EA81E}" destId="{032FCC74-B37F-4773-AD32-5746CCFF9D3E}" srcOrd="1" destOrd="0" presId="urn:microsoft.com/office/officeart/2009/3/layout/HorizontalOrganizationChart"/>
    <dgm:cxn modelId="{922B318C-9444-4769-B444-8B7AE928DBF6}" type="presOf" srcId="{C7857DF4-A55A-4A6F-A33F-C83ACAB1E365}" destId="{18012FCF-28FF-4E54-BD94-9513EA687B4B}" srcOrd="0" destOrd="0" presId="urn:microsoft.com/office/officeart/2009/3/layout/HorizontalOrganizationChart"/>
    <dgm:cxn modelId="{ACA9E6A7-B8E0-47E0-8668-CACF85D0B086}" type="presOf" srcId="{85D7B577-A9A9-4F36-94A7-2AD3E225928D}" destId="{07E9CD5E-F293-4CC0-9A46-C3868243CC51}" srcOrd="1" destOrd="0" presId="urn:microsoft.com/office/officeart/2009/3/layout/HorizontalOrganizationChart"/>
    <dgm:cxn modelId="{AEC048C2-4DFC-428D-831D-38CC8813F9CD}" srcId="{6F7C0E92-4660-48FC-9AF9-8F723AEC973A}" destId="{51FA7F31-4B49-4F3F-959E-9C34C0408156}" srcOrd="3" destOrd="0" parTransId="{746CA5E7-4008-41A5-A8E2-1AA058851BFE}" sibTransId="{4EE032F8-E96A-4C46-A5BB-710293C50854}"/>
    <dgm:cxn modelId="{F5381ADF-08AD-46FF-B174-D61FA279C4F8}" type="presOf" srcId="{19B264F4-6160-4EFA-9809-A77A2A9E65E5}" destId="{5C6CD2D4-BD28-442F-9575-D63FF2A7D400}" srcOrd="1" destOrd="0" presId="urn:microsoft.com/office/officeart/2009/3/layout/HorizontalOrganizationChart"/>
    <dgm:cxn modelId="{011C0AE5-FA72-497E-A691-F59F37287512}" type="presOf" srcId="{88E6F5C5-822B-448E-BA98-8011A13B5E4F}" destId="{06008372-0C5E-479B-A7DE-C5AFB8F60584}" srcOrd="0" destOrd="0" presId="urn:microsoft.com/office/officeart/2009/3/layout/HorizontalOrganizationChart"/>
    <dgm:cxn modelId="{7E094CEA-0C91-4038-AEAA-B6CDCBB5D6E4}" type="presOf" srcId="{6F7C0E92-4660-48FC-9AF9-8F723AEC973A}" destId="{F1A8949A-6003-47DE-ACCA-283716FBF962}" srcOrd="0" destOrd="0" presId="urn:microsoft.com/office/officeart/2009/3/layout/HorizontalOrganizationChart"/>
    <dgm:cxn modelId="{0D46D4ED-B729-4611-B3A6-61FE9BA27065}" type="presOf" srcId="{2B43AFB3-9F92-4843-9B6C-67EB528EA81E}" destId="{F86E543A-52E0-4299-BC8B-62538711DBBE}" srcOrd="0" destOrd="0" presId="urn:microsoft.com/office/officeart/2009/3/layout/HorizontalOrganizationChart"/>
    <dgm:cxn modelId="{B2BAC1F7-1C17-44E2-9EF3-07C20EF9C5EB}" type="presOf" srcId="{C7857DF4-A55A-4A6F-A33F-C83ACAB1E365}" destId="{5803B7D5-70E5-417A-8581-7FC9C88551F4}" srcOrd="1" destOrd="0" presId="urn:microsoft.com/office/officeart/2009/3/layout/HorizontalOrganizationChart"/>
    <dgm:cxn modelId="{54F01008-EEB0-4A29-AE2F-ADF7666B3F9B}" type="presParOf" srcId="{F1A8949A-6003-47DE-ACCA-283716FBF962}" destId="{AE1D9621-EE50-46D1-8164-44D1426ED4D4}" srcOrd="0" destOrd="0" presId="urn:microsoft.com/office/officeart/2009/3/layout/HorizontalOrganizationChart"/>
    <dgm:cxn modelId="{A2A0FE1D-2402-49FA-99C3-4D9FDF420275}" type="presParOf" srcId="{AE1D9621-EE50-46D1-8164-44D1426ED4D4}" destId="{650EAA5C-BE2F-4EF9-8AC6-4628921482B9}" srcOrd="0" destOrd="0" presId="urn:microsoft.com/office/officeart/2009/3/layout/HorizontalOrganizationChart"/>
    <dgm:cxn modelId="{FA0F1134-9417-4E7C-921E-7D9EAABAE33B}" type="presParOf" srcId="{650EAA5C-BE2F-4EF9-8AC6-4628921482B9}" destId="{5E110203-C467-4511-8DC8-EA122D246670}" srcOrd="0" destOrd="0" presId="urn:microsoft.com/office/officeart/2009/3/layout/HorizontalOrganizationChart"/>
    <dgm:cxn modelId="{491D5C3E-C922-4248-A882-BE1383EE533F}" type="presParOf" srcId="{650EAA5C-BE2F-4EF9-8AC6-4628921482B9}" destId="{C9F45B1B-A478-41E5-8F5B-F6DF706AE23A}" srcOrd="1" destOrd="0" presId="urn:microsoft.com/office/officeart/2009/3/layout/HorizontalOrganizationChart"/>
    <dgm:cxn modelId="{CA6EDBDC-9C9E-4A2D-885B-24633620FB63}" type="presParOf" srcId="{AE1D9621-EE50-46D1-8164-44D1426ED4D4}" destId="{E03348EB-5C8B-4FD2-935D-F6F281B34273}" srcOrd="1" destOrd="0" presId="urn:microsoft.com/office/officeart/2009/3/layout/HorizontalOrganizationChart"/>
    <dgm:cxn modelId="{3036D64B-A47F-4B84-B2D2-5F294322E2C1}" type="presParOf" srcId="{E03348EB-5C8B-4FD2-935D-F6F281B34273}" destId="{06008372-0C5E-479B-A7DE-C5AFB8F60584}" srcOrd="0" destOrd="0" presId="urn:microsoft.com/office/officeart/2009/3/layout/HorizontalOrganizationChart"/>
    <dgm:cxn modelId="{6B6037F4-4FCF-4CA2-B35B-48C346DFDE05}" type="presParOf" srcId="{E03348EB-5C8B-4FD2-935D-F6F281B34273}" destId="{F5A23F40-EFE8-4EC3-B93A-5AE54700AE8F}" srcOrd="1" destOrd="0" presId="urn:microsoft.com/office/officeart/2009/3/layout/HorizontalOrganizationChart"/>
    <dgm:cxn modelId="{B297A339-90E6-4B0E-BB32-A3911250703F}" type="presParOf" srcId="{F5A23F40-EFE8-4EC3-B93A-5AE54700AE8F}" destId="{B7BDF9D9-0164-4F42-BC54-0E13700C4E6C}" srcOrd="0" destOrd="0" presId="urn:microsoft.com/office/officeart/2009/3/layout/HorizontalOrganizationChart"/>
    <dgm:cxn modelId="{74DBCF8E-3916-46F6-9882-94304BE7E196}" type="presParOf" srcId="{B7BDF9D9-0164-4F42-BC54-0E13700C4E6C}" destId="{5C52890A-655D-4FB2-B7FD-46C061D20E1E}" srcOrd="0" destOrd="0" presId="urn:microsoft.com/office/officeart/2009/3/layout/HorizontalOrganizationChart"/>
    <dgm:cxn modelId="{2F81D95A-AF39-4ED5-9F96-573972BFE7E5}" type="presParOf" srcId="{B7BDF9D9-0164-4F42-BC54-0E13700C4E6C}" destId="{07E9CD5E-F293-4CC0-9A46-C3868243CC51}" srcOrd="1" destOrd="0" presId="urn:microsoft.com/office/officeart/2009/3/layout/HorizontalOrganizationChart"/>
    <dgm:cxn modelId="{4801AF92-3007-44E6-AB85-8438E9609827}" type="presParOf" srcId="{F5A23F40-EFE8-4EC3-B93A-5AE54700AE8F}" destId="{E8DD133D-BFE2-4B98-9427-04E2E509C5C8}" srcOrd="1" destOrd="0" presId="urn:microsoft.com/office/officeart/2009/3/layout/HorizontalOrganizationChart"/>
    <dgm:cxn modelId="{CDF4E742-B528-4EBC-831F-8E72E7D9486C}" type="presParOf" srcId="{F5A23F40-EFE8-4EC3-B93A-5AE54700AE8F}" destId="{FCBEAAD5-DD0C-47AC-91CF-5938D22A0DE9}" srcOrd="2" destOrd="0" presId="urn:microsoft.com/office/officeart/2009/3/layout/HorizontalOrganizationChart"/>
    <dgm:cxn modelId="{90F10205-768C-463D-8580-E5938F1FBBA1}" type="presParOf" srcId="{E03348EB-5C8B-4FD2-935D-F6F281B34273}" destId="{5509C5BB-98D5-43EF-A97C-6FD9A2F414D0}" srcOrd="2" destOrd="0" presId="urn:microsoft.com/office/officeart/2009/3/layout/HorizontalOrganizationChart"/>
    <dgm:cxn modelId="{AC35BD48-7FCC-4D23-ADDD-E362C105D20C}" type="presParOf" srcId="{E03348EB-5C8B-4FD2-935D-F6F281B34273}" destId="{60EC9734-FB1E-4AAE-9C28-DB490A8BE7B3}" srcOrd="3" destOrd="0" presId="urn:microsoft.com/office/officeart/2009/3/layout/HorizontalOrganizationChart"/>
    <dgm:cxn modelId="{41170071-CBF1-42E0-B1F5-2FDC6FF20C1A}" type="presParOf" srcId="{60EC9734-FB1E-4AAE-9C28-DB490A8BE7B3}" destId="{5DFF58DD-BF46-4AA1-99F5-844321C02E9E}" srcOrd="0" destOrd="0" presId="urn:microsoft.com/office/officeart/2009/3/layout/HorizontalOrganizationChart"/>
    <dgm:cxn modelId="{97616144-8A9B-49C2-A81B-9448B97B9068}" type="presParOf" srcId="{5DFF58DD-BF46-4AA1-99F5-844321C02E9E}" destId="{03900D3D-7F13-47EA-92A9-13057C8B2648}" srcOrd="0" destOrd="0" presId="urn:microsoft.com/office/officeart/2009/3/layout/HorizontalOrganizationChart"/>
    <dgm:cxn modelId="{E35EB0B0-D874-4259-8065-F996F91332B1}" type="presParOf" srcId="{5DFF58DD-BF46-4AA1-99F5-844321C02E9E}" destId="{5C6CD2D4-BD28-442F-9575-D63FF2A7D400}" srcOrd="1" destOrd="0" presId="urn:microsoft.com/office/officeart/2009/3/layout/HorizontalOrganizationChart"/>
    <dgm:cxn modelId="{C1030FE9-70AD-42C4-A2A6-83EEDB4228C6}" type="presParOf" srcId="{60EC9734-FB1E-4AAE-9C28-DB490A8BE7B3}" destId="{21489E39-7FA8-41B2-B252-34EFC26E10DD}" srcOrd="1" destOrd="0" presId="urn:microsoft.com/office/officeart/2009/3/layout/HorizontalOrganizationChart"/>
    <dgm:cxn modelId="{780E4867-A642-4AF6-8FE3-1D1922006E5A}" type="presParOf" srcId="{60EC9734-FB1E-4AAE-9C28-DB490A8BE7B3}" destId="{F3933C24-0A5C-4F9B-8FB3-4E8D45DFB5CA}" srcOrd="2" destOrd="0" presId="urn:microsoft.com/office/officeart/2009/3/layout/HorizontalOrganizationChart"/>
    <dgm:cxn modelId="{00D6EA74-6752-4536-AEA6-29D74380F2BE}" type="presParOf" srcId="{AE1D9621-EE50-46D1-8164-44D1426ED4D4}" destId="{2874421E-CA7D-4C46-9F2E-80CB49ABBE80}" srcOrd="2" destOrd="0" presId="urn:microsoft.com/office/officeart/2009/3/layout/HorizontalOrganizationChart"/>
    <dgm:cxn modelId="{B88D1AF6-5113-4F4B-9D8E-2C3C6267EAA1}" type="presParOf" srcId="{F1A8949A-6003-47DE-ACCA-283716FBF962}" destId="{5904546B-9B34-4FFB-AA13-BDE7F9624B70}" srcOrd="1" destOrd="0" presId="urn:microsoft.com/office/officeart/2009/3/layout/HorizontalOrganizationChart"/>
    <dgm:cxn modelId="{0CBC2D75-50F7-43CD-A3D8-F07B643D628D}" type="presParOf" srcId="{5904546B-9B34-4FFB-AA13-BDE7F9624B70}" destId="{D53975E0-295E-49F3-B90B-190B3ADB78E8}" srcOrd="0" destOrd="0" presId="urn:microsoft.com/office/officeart/2009/3/layout/HorizontalOrganizationChart"/>
    <dgm:cxn modelId="{810F24A3-E16B-4A9F-A350-B6CDE470AFCD}" type="presParOf" srcId="{D53975E0-295E-49F3-B90B-190B3ADB78E8}" destId="{18012FCF-28FF-4E54-BD94-9513EA687B4B}" srcOrd="0" destOrd="0" presId="urn:microsoft.com/office/officeart/2009/3/layout/HorizontalOrganizationChart"/>
    <dgm:cxn modelId="{8C960BE1-AF8D-4C99-A478-03CA0E8CADED}" type="presParOf" srcId="{D53975E0-295E-49F3-B90B-190B3ADB78E8}" destId="{5803B7D5-70E5-417A-8581-7FC9C88551F4}" srcOrd="1" destOrd="0" presId="urn:microsoft.com/office/officeart/2009/3/layout/HorizontalOrganizationChart"/>
    <dgm:cxn modelId="{8FD8DBEC-CD23-4AEF-8B3E-9BD98E9B4F96}" type="presParOf" srcId="{5904546B-9B34-4FFB-AA13-BDE7F9624B70}" destId="{FEA309F3-12C2-42BB-B9AF-3F2CC2C43686}" srcOrd="1" destOrd="0" presId="urn:microsoft.com/office/officeart/2009/3/layout/HorizontalOrganizationChart"/>
    <dgm:cxn modelId="{822E3C89-B85B-4579-8600-91511B23CF2D}" type="presParOf" srcId="{FEA309F3-12C2-42BB-B9AF-3F2CC2C43686}" destId="{39A8F6F9-6D49-4295-93FA-C82F5226192D}" srcOrd="0" destOrd="0" presId="urn:microsoft.com/office/officeart/2009/3/layout/HorizontalOrganizationChart"/>
    <dgm:cxn modelId="{5B4A1F45-0797-4CC5-AB39-08918EA5B14F}" type="presParOf" srcId="{FEA309F3-12C2-42BB-B9AF-3F2CC2C43686}" destId="{79CBDB59-91DA-4AF8-A78A-BBDCF6432D9B}" srcOrd="1" destOrd="0" presId="urn:microsoft.com/office/officeart/2009/3/layout/HorizontalOrganizationChart"/>
    <dgm:cxn modelId="{9F47A151-C7BD-400A-B69F-E3876E96407B}" type="presParOf" srcId="{79CBDB59-91DA-4AF8-A78A-BBDCF6432D9B}" destId="{15A7F790-0B25-45DE-978D-B4F22D60DF67}" srcOrd="0" destOrd="0" presId="urn:microsoft.com/office/officeart/2009/3/layout/HorizontalOrganizationChart"/>
    <dgm:cxn modelId="{0E190AAE-C51B-46A7-8118-0B8E9906CF51}" type="presParOf" srcId="{15A7F790-0B25-45DE-978D-B4F22D60DF67}" destId="{F86E543A-52E0-4299-BC8B-62538711DBBE}" srcOrd="0" destOrd="0" presId="urn:microsoft.com/office/officeart/2009/3/layout/HorizontalOrganizationChart"/>
    <dgm:cxn modelId="{BA69F3EE-2BBA-4EA0-9D37-1065D75D9100}" type="presParOf" srcId="{15A7F790-0B25-45DE-978D-B4F22D60DF67}" destId="{032FCC74-B37F-4773-AD32-5746CCFF9D3E}" srcOrd="1" destOrd="0" presId="urn:microsoft.com/office/officeart/2009/3/layout/HorizontalOrganizationChart"/>
    <dgm:cxn modelId="{1C1473B2-2911-4959-9F55-71445A8544BC}" type="presParOf" srcId="{79CBDB59-91DA-4AF8-A78A-BBDCF6432D9B}" destId="{99850F47-A6EA-425D-8373-FB6E22671A05}" srcOrd="1" destOrd="0" presId="urn:microsoft.com/office/officeart/2009/3/layout/HorizontalOrganizationChart"/>
    <dgm:cxn modelId="{395F5B2B-02CA-48D5-8D57-A97F7BAB5827}" type="presParOf" srcId="{79CBDB59-91DA-4AF8-A78A-BBDCF6432D9B}" destId="{99749CA3-5C6E-4802-8AEB-0884F97B358D}" srcOrd="2" destOrd="0" presId="urn:microsoft.com/office/officeart/2009/3/layout/HorizontalOrganizationChart"/>
    <dgm:cxn modelId="{8C067F90-BC81-435E-A982-7D5421101C22}" type="presParOf" srcId="{5904546B-9B34-4FFB-AA13-BDE7F9624B70}" destId="{FB7601E4-8594-45B4-85CA-BD63E52C71A6}" srcOrd="2" destOrd="0" presId="urn:microsoft.com/office/officeart/2009/3/layout/HorizontalOrganizationChart"/>
    <dgm:cxn modelId="{1C5B2048-76AB-4D9F-BAB0-FA702A10CF9B}" type="presParOf" srcId="{F1A8949A-6003-47DE-ACCA-283716FBF962}" destId="{32740CA5-CCA9-447A-9251-40ABF41F1844}" srcOrd="2" destOrd="0" presId="urn:microsoft.com/office/officeart/2009/3/layout/HorizontalOrganizationChart"/>
    <dgm:cxn modelId="{8E3F7867-C89E-4B01-89B5-A0EDDAF36935}" type="presParOf" srcId="{32740CA5-CCA9-447A-9251-40ABF41F1844}" destId="{7F9C2CE6-98C9-4816-BBD0-1383C55A2D40}" srcOrd="0" destOrd="0" presId="urn:microsoft.com/office/officeart/2009/3/layout/HorizontalOrganizationChart"/>
    <dgm:cxn modelId="{58E55C30-ABE4-4844-AC65-6E869016550C}" type="presParOf" srcId="{7F9C2CE6-98C9-4816-BBD0-1383C55A2D40}" destId="{9723C4E6-9828-4018-801E-CB134138FFEE}" srcOrd="0" destOrd="0" presId="urn:microsoft.com/office/officeart/2009/3/layout/HorizontalOrganizationChart"/>
    <dgm:cxn modelId="{D29DBBF1-EA29-442F-9CFA-096A419BF145}" type="presParOf" srcId="{7F9C2CE6-98C9-4816-BBD0-1383C55A2D40}" destId="{7740C660-D535-462E-B92E-46C9A4D94BCF}" srcOrd="1" destOrd="0" presId="urn:microsoft.com/office/officeart/2009/3/layout/HorizontalOrganizationChart"/>
    <dgm:cxn modelId="{9F705712-1EA5-47E5-8FD0-1FFA71746C58}" type="presParOf" srcId="{32740CA5-CCA9-447A-9251-40ABF41F1844}" destId="{69B3F843-A97B-43AA-8345-8DE7DABEB9DE}" srcOrd="1" destOrd="0" presId="urn:microsoft.com/office/officeart/2009/3/layout/HorizontalOrganizationChart"/>
    <dgm:cxn modelId="{F6264321-80A7-44B2-8473-D4BBF4E87B08}" type="presParOf" srcId="{32740CA5-CCA9-447A-9251-40ABF41F1844}" destId="{D9FA8243-B0A9-4C2B-AFBA-BAC6BB830061}" srcOrd="2" destOrd="0" presId="urn:microsoft.com/office/officeart/2009/3/layout/HorizontalOrganizationChart"/>
    <dgm:cxn modelId="{5B64027E-9EE3-481A-8B65-34848F45455D}" type="presParOf" srcId="{F1A8949A-6003-47DE-ACCA-283716FBF962}" destId="{B9B7F3D5-C119-4063-B684-9ACB2A59015D}" srcOrd="3" destOrd="0" presId="urn:microsoft.com/office/officeart/2009/3/layout/HorizontalOrganizationChart"/>
    <dgm:cxn modelId="{76E15F6F-986F-4121-BA2D-ADA12C1B1F45}" type="presParOf" srcId="{B9B7F3D5-C119-4063-B684-9ACB2A59015D}" destId="{D865A1AB-A959-4B7C-AABA-15436DC67284}" srcOrd="0" destOrd="0" presId="urn:microsoft.com/office/officeart/2009/3/layout/HorizontalOrganizationChart"/>
    <dgm:cxn modelId="{C36518D7-F694-4CF6-83E0-3B92711EA241}" type="presParOf" srcId="{D865A1AB-A959-4B7C-AABA-15436DC67284}" destId="{DD41D034-46B3-46C4-AF45-9774EADC36E3}" srcOrd="0" destOrd="0" presId="urn:microsoft.com/office/officeart/2009/3/layout/HorizontalOrganizationChart"/>
    <dgm:cxn modelId="{F4ECA80E-6026-4AE3-9717-10114E3962EE}" type="presParOf" srcId="{D865A1AB-A959-4B7C-AABA-15436DC67284}" destId="{46CEC1D4-8A3B-49D9-8325-4F3311D7F31E}" srcOrd="1" destOrd="0" presId="urn:microsoft.com/office/officeart/2009/3/layout/HorizontalOrganizationChart"/>
    <dgm:cxn modelId="{A5129A36-BAC0-4DB0-A2E8-A9689BC41554}" type="presParOf" srcId="{B9B7F3D5-C119-4063-B684-9ACB2A59015D}" destId="{3C8B31D3-4176-4C7A-8E0F-E34DFAB94A1B}" srcOrd="1" destOrd="0" presId="urn:microsoft.com/office/officeart/2009/3/layout/HorizontalOrganizationChart"/>
    <dgm:cxn modelId="{63C12D5B-A8BE-407F-A29D-BACC8F0E9616}" type="presParOf" srcId="{B9B7F3D5-C119-4063-B684-9ACB2A59015D}" destId="{2540AA21-E9B0-4E7B-ADEF-1B7945DD7E68}" srcOrd="2" destOrd="0" presId="urn:microsoft.com/office/officeart/2009/3/layout/HorizontalOrganizationChar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C61B25-EE6D-4708-B4D3-CF05464C4317}">
      <dsp:nvSpPr>
        <dsp:cNvPr id="0" name=""/>
        <dsp:cNvSpPr/>
      </dsp:nvSpPr>
      <dsp:spPr>
        <a:xfrm>
          <a:off x="212" y="328322"/>
          <a:ext cx="2568514" cy="3082217"/>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3712" tIns="0" rIns="253712" bIns="330200" numCol="1" spcCol="1270" anchor="t" anchorCtr="0">
          <a:noAutofit/>
        </a:bodyPr>
        <a:lstStyle/>
        <a:p>
          <a:pPr marL="0" lvl="0" indent="0" algn="l" defTabSz="1155700">
            <a:lnSpc>
              <a:spcPct val="90000"/>
            </a:lnSpc>
            <a:spcBef>
              <a:spcPct val="0"/>
            </a:spcBef>
            <a:spcAft>
              <a:spcPct val="35000"/>
            </a:spcAft>
            <a:buNone/>
          </a:pPr>
          <a:r>
            <a:rPr lang="en-US" sz="2600" kern="1200" dirty="0"/>
            <a:t>Cost-effective</a:t>
          </a:r>
        </a:p>
      </dsp:txBody>
      <dsp:txXfrm>
        <a:off x="212" y="1561209"/>
        <a:ext cx="2568514" cy="1849330"/>
      </dsp:txXfrm>
    </dsp:sp>
    <dsp:sp modelId="{5D08D808-017E-4466-B2AC-FC3973B4484E}">
      <dsp:nvSpPr>
        <dsp:cNvPr id="0" name=""/>
        <dsp:cNvSpPr/>
      </dsp:nvSpPr>
      <dsp:spPr>
        <a:xfrm>
          <a:off x="212" y="328322"/>
          <a:ext cx="2568514" cy="1232887"/>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53712" tIns="165100" rIns="253712" bIns="165100" numCol="1" spcCol="1270" anchor="ctr" anchorCtr="0">
          <a:noAutofit/>
        </a:bodyPr>
        <a:lstStyle/>
        <a:p>
          <a:pPr marL="0" lvl="0" indent="0" algn="l" defTabSz="2889250">
            <a:lnSpc>
              <a:spcPct val="90000"/>
            </a:lnSpc>
            <a:spcBef>
              <a:spcPct val="0"/>
            </a:spcBef>
            <a:spcAft>
              <a:spcPct val="35000"/>
            </a:spcAft>
            <a:buNone/>
          </a:pPr>
          <a:r>
            <a:rPr lang="en-US" sz="6500" kern="1200"/>
            <a:t>01</a:t>
          </a:r>
        </a:p>
      </dsp:txBody>
      <dsp:txXfrm>
        <a:off x="212" y="328322"/>
        <a:ext cx="2568514" cy="1232887"/>
      </dsp:txXfrm>
    </dsp:sp>
    <dsp:sp modelId="{541C3B62-B70B-4904-A646-EF3D60D30B63}">
      <dsp:nvSpPr>
        <dsp:cNvPr id="0" name=""/>
        <dsp:cNvSpPr/>
      </dsp:nvSpPr>
      <dsp:spPr>
        <a:xfrm>
          <a:off x="2774208" y="328322"/>
          <a:ext cx="2568514" cy="3082217"/>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3712" tIns="0" rIns="253712" bIns="330200" numCol="1" spcCol="1270" anchor="t" anchorCtr="0">
          <a:noAutofit/>
        </a:bodyPr>
        <a:lstStyle/>
        <a:p>
          <a:pPr marL="0" lvl="0" indent="0" algn="l" defTabSz="1155700">
            <a:lnSpc>
              <a:spcPct val="90000"/>
            </a:lnSpc>
            <a:spcBef>
              <a:spcPct val="0"/>
            </a:spcBef>
            <a:spcAft>
              <a:spcPct val="35000"/>
            </a:spcAft>
            <a:buNone/>
          </a:pPr>
          <a:r>
            <a:rPr lang="en-US" sz="2600" kern="1200"/>
            <a:t>Realistic</a:t>
          </a:r>
        </a:p>
      </dsp:txBody>
      <dsp:txXfrm>
        <a:off x="2774208" y="1561209"/>
        <a:ext cx="2568514" cy="1849330"/>
      </dsp:txXfrm>
    </dsp:sp>
    <dsp:sp modelId="{122D4BE3-53C1-48AC-96C9-848B87B51405}">
      <dsp:nvSpPr>
        <dsp:cNvPr id="0" name=""/>
        <dsp:cNvSpPr/>
      </dsp:nvSpPr>
      <dsp:spPr>
        <a:xfrm>
          <a:off x="2774208" y="328322"/>
          <a:ext cx="2568514" cy="1232887"/>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53712" tIns="165100" rIns="253712" bIns="165100" numCol="1" spcCol="1270" anchor="ctr" anchorCtr="0">
          <a:noAutofit/>
        </a:bodyPr>
        <a:lstStyle/>
        <a:p>
          <a:pPr marL="0" lvl="0" indent="0" algn="l" defTabSz="2889250">
            <a:lnSpc>
              <a:spcPct val="90000"/>
            </a:lnSpc>
            <a:spcBef>
              <a:spcPct val="0"/>
            </a:spcBef>
            <a:spcAft>
              <a:spcPct val="35000"/>
            </a:spcAft>
            <a:buNone/>
          </a:pPr>
          <a:r>
            <a:rPr lang="en-US" sz="6500" kern="1200"/>
            <a:t>02</a:t>
          </a:r>
        </a:p>
      </dsp:txBody>
      <dsp:txXfrm>
        <a:off x="2774208" y="328322"/>
        <a:ext cx="2568514" cy="1232887"/>
      </dsp:txXfrm>
    </dsp:sp>
    <dsp:sp modelId="{68D20AC3-3C4E-49A3-91E9-43AD4F38E1A8}">
      <dsp:nvSpPr>
        <dsp:cNvPr id="0" name=""/>
        <dsp:cNvSpPr/>
      </dsp:nvSpPr>
      <dsp:spPr>
        <a:xfrm>
          <a:off x="5548205" y="328322"/>
          <a:ext cx="2568514" cy="3082217"/>
        </a:xfrm>
        <a:prstGeom prst="rect">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3712" tIns="0" rIns="253712" bIns="330200" numCol="1" spcCol="1270" anchor="t" anchorCtr="0">
          <a:noAutofit/>
        </a:bodyPr>
        <a:lstStyle/>
        <a:p>
          <a:pPr marL="0" lvl="0" indent="0" algn="l" defTabSz="1155700">
            <a:lnSpc>
              <a:spcPct val="90000"/>
            </a:lnSpc>
            <a:spcBef>
              <a:spcPct val="0"/>
            </a:spcBef>
            <a:spcAft>
              <a:spcPct val="35000"/>
            </a:spcAft>
            <a:buNone/>
          </a:pPr>
          <a:r>
            <a:rPr lang="en-US" sz="2600" kern="1200" dirty="0"/>
            <a:t>Maintainable</a:t>
          </a:r>
        </a:p>
      </dsp:txBody>
      <dsp:txXfrm>
        <a:off x="5548205" y="1561209"/>
        <a:ext cx="2568514" cy="1849330"/>
      </dsp:txXfrm>
    </dsp:sp>
    <dsp:sp modelId="{73170F86-8AD2-442F-9CA5-49DA9D2D8E67}">
      <dsp:nvSpPr>
        <dsp:cNvPr id="0" name=""/>
        <dsp:cNvSpPr/>
      </dsp:nvSpPr>
      <dsp:spPr>
        <a:xfrm>
          <a:off x="5548205" y="328322"/>
          <a:ext cx="2568514" cy="1232887"/>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53712" tIns="165100" rIns="253712" bIns="165100" numCol="1" spcCol="1270" anchor="ctr" anchorCtr="0">
          <a:noAutofit/>
        </a:bodyPr>
        <a:lstStyle/>
        <a:p>
          <a:pPr marL="0" lvl="0" indent="0" algn="l" defTabSz="2889250">
            <a:lnSpc>
              <a:spcPct val="90000"/>
            </a:lnSpc>
            <a:spcBef>
              <a:spcPct val="0"/>
            </a:spcBef>
            <a:spcAft>
              <a:spcPct val="35000"/>
            </a:spcAft>
            <a:buNone/>
          </a:pPr>
          <a:r>
            <a:rPr lang="en-US" sz="6500" kern="1200"/>
            <a:t>03</a:t>
          </a:r>
        </a:p>
      </dsp:txBody>
      <dsp:txXfrm>
        <a:off x="5548205" y="328322"/>
        <a:ext cx="2568514" cy="1232887"/>
      </dsp:txXfrm>
    </dsp:sp>
    <dsp:sp modelId="{B6371D90-502D-4E16-B07F-C493951D1629}">
      <dsp:nvSpPr>
        <dsp:cNvPr id="0" name=""/>
        <dsp:cNvSpPr/>
      </dsp:nvSpPr>
      <dsp:spPr>
        <a:xfrm>
          <a:off x="8322201" y="328322"/>
          <a:ext cx="2568514" cy="3082217"/>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3712" tIns="0" rIns="253712" bIns="330200" numCol="1" spcCol="1270" anchor="t" anchorCtr="0">
          <a:noAutofit/>
        </a:bodyPr>
        <a:lstStyle/>
        <a:p>
          <a:pPr marL="0" lvl="0" indent="0" algn="l" defTabSz="1155700">
            <a:lnSpc>
              <a:spcPct val="90000"/>
            </a:lnSpc>
            <a:spcBef>
              <a:spcPct val="0"/>
            </a:spcBef>
            <a:spcAft>
              <a:spcPct val="35000"/>
            </a:spcAft>
            <a:buNone/>
          </a:pPr>
          <a:r>
            <a:rPr lang="en-US" sz="2600" kern="1200"/>
            <a:t>Deterministic</a:t>
          </a:r>
        </a:p>
      </dsp:txBody>
      <dsp:txXfrm>
        <a:off x="8322201" y="1561209"/>
        <a:ext cx="2568514" cy="1849330"/>
      </dsp:txXfrm>
    </dsp:sp>
    <dsp:sp modelId="{C12BC10F-9A1F-4778-8EDE-2258582E344B}">
      <dsp:nvSpPr>
        <dsp:cNvPr id="0" name=""/>
        <dsp:cNvSpPr/>
      </dsp:nvSpPr>
      <dsp:spPr>
        <a:xfrm>
          <a:off x="8322201" y="328322"/>
          <a:ext cx="2568514" cy="1232887"/>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53712" tIns="165100" rIns="253712" bIns="165100" numCol="1" spcCol="1270" anchor="ctr" anchorCtr="0">
          <a:noAutofit/>
        </a:bodyPr>
        <a:lstStyle/>
        <a:p>
          <a:pPr marL="0" lvl="0" indent="0" algn="l" defTabSz="2889250">
            <a:lnSpc>
              <a:spcPct val="90000"/>
            </a:lnSpc>
            <a:spcBef>
              <a:spcPct val="0"/>
            </a:spcBef>
            <a:spcAft>
              <a:spcPct val="35000"/>
            </a:spcAft>
            <a:buNone/>
          </a:pPr>
          <a:r>
            <a:rPr lang="en-US" sz="6500" kern="1200"/>
            <a:t>04</a:t>
          </a:r>
        </a:p>
      </dsp:txBody>
      <dsp:txXfrm>
        <a:off x="8322201" y="328322"/>
        <a:ext cx="2568514" cy="123288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2FEA0D-1520-4FE6-95D2-8A9738290336}">
      <dsp:nvSpPr>
        <dsp:cNvPr id="0" name=""/>
        <dsp:cNvSpPr/>
      </dsp:nvSpPr>
      <dsp:spPr>
        <a:xfrm>
          <a:off x="0" y="1479"/>
          <a:ext cx="7216416" cy="123211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C87E8B8-0D1E-4E61-8D5C-EA34756D31FA}">
      <dsp:nvSpPr>
        <dsp:cNvPr id="0" name=""/>
        <dsp:cNvSpPr/>
      </dsp:nvSpPr>
      <dsp:spPr>
        <a:xfrm>
          <a:off x="290810" y="353163"/>
          <a:ext cx="528745" cy="52874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83EBB18-2D36-4C7C-8089-2759A68CF4DC}">
      <dsp:nvSpPr>
        <dsp:cNvPr id="0" name=""/>
        <dsp:cNvSpPr/>
      </dsp:nvSpPr>
      <dsp:spPr>
        <a:xfrm>
          <a:off x="1110366" y="123096"/>
          <a:ext cx="6106049" cy="9888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744" tIns="101744" rIns="101744" bIns="101744" numCol="1" spcCol="1270" anchor="ctr" anchorCtr="0">
          <a:noAutofit/>
        </a:bodyPr>
        <a:lstStyle/>
        <a:p>
          <a:pPr marL="0" lvl="0" indent="0" algn="l" defTabSz="889000">
            <a:lnSpc>
              <a:spcPct val="90000"/>
            </a:lnSpc>
            <a:spcBef>
              <a:spcPct val="0"/>
            </a:spcBef>
            <a:spcAft>
              <a:spcPct val="35000"/>
            </a:spcAft>
            <a:buNone/>
          </a:pPr>
          <a:r>
            <a:rPr lang="en-US" sz="2000" kern="1200" dirty="0"/>
            <a:t>Introduces the </a:t>
          </a:r>
          <a:r>
            <a:rPr lang="en-US" sz="2000" b="1" kern="1200" dirty="0"/>
            <a:t>first academic virtual high-interactive ICS honeypot</a:t>
          </a:r>
          <a:r>
            <a:rPr lang="en-US" sz="2000" kern="1200" dirty="0"/>
            <a:t> supporting the </a:t>
          </a:r>
          <a:r>
            <a:rPr lang="en-US" sz="2000" b="1" kern="1200" dirty="0" err="1"/>
            <a:t>EtherNet</a:t>
          </a:r>
          <a:r>
            <a:rPr lang="en-US" sz="2000" b="1" kern="1200" dirty="0"/>
            <a:t>/IP protocol</a:t>
          </a:r>
          <a:endParaRPr lang="en-US" sz="2000" kern="1200" dirty="0"/>
        </a:p>
      </dsp:txBody>
      <dsp:txXfrm>
        <a:off x="1110366" y="123096"/>
        <a:ext cx="6106049" cy="988879"/>
      </dsp:txXfrm>
    </dsp:sp>
    <dsp:sp modelId="{3480A128-DD26-4EE6-BFFE-7DC5447117A4}">
      <dsp:nvSpPr>
        <dsp:cNvPr id="0" name=""/>
        <dsp:cNvSpPr/>
      </dsp:nvSpPr>
      <dsp:spPr>
        <a:xfrm>
          <a:off x="0" y="1473931"/>
          <a:ext cx="7216416" cy="123245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B9E03C7-4333-4E37-89FD-FDDCD771FD6B}">
      <dsp:nvSpPr>
        <dsp:cNvPr id="0" name=""/>
        <dsp:cNvSpPr/>
      </dsp:nvSpPr>
      <dsp:spPr>
        <a:xfrm>
          <a:off x="290810" y="1825787"/>
          <a:ext cx="528745" cy="52874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036AA08-15FE-4A01-B12A-8626B26AFA9E}">
      <dsp:nvSpPr>
        <dsp:cNvPr id="0" name=""/>
        <dsp:cNvSpPr/>
      </dsp:nvSpPr>
      <dsp:spPr>
        <a:xfrm>
          <a:off x="1110366" y="1609482"/>
          <a:ext cx="3247387" cy="9613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744" tIns="101744" rIns="101744" bIns="101744" numCol="1" spcCol="1270" anchor="ctr" anchorCtr="0">
          <a:noAutofit/>
        </a:bodyPr>
        <a:lstStyle/>
        <a:p>
          <a:pPr marL="0" lvl="0" indent="0" algn="l" defTabSz="889000">
            <a:lnSpc>
              <a:spcPct val="90000"/>
            </a:lnSpc>
            <a:spcBef>
              <a:spcPct val="0"/>
            </a:spcBef>
            <a:spcAft>
              <a:spcPct val="35000"/>
            </a:spcAft>
            <a:buNone/>
          </a:pPr>
          <a:r>
            <a:rPr lang="en-US" sz="2000" kern="1200" dirty="0"/>
            <a:t>Uses </a:t>
          </a:r>
          <a:r>
            <a:rPr lang="en-US" sz="2000" kern="1200" dirty="0" err="1"/>
            <a:t>MiniCPS</a:t>
          </a:r>
          <a:r>
            <a:rPr lang="en-US" sz="2000" kern="1200" dirty="0"/>
            <a:t> (built on Mininet) to simulate</a:t>
          </a:r>
        </a:p>
      </dsp:txBody>
      <dsp:txXfrm>
        <a:off x="1110366" y="1609482"/>
        <a:ext cx="3247387" cy="961356"/>
      </dsp:txXfrm>
    </dsp:sp>
    <dsp:sp modelId="{BC9EF850-6899-4CCB-BAF6-A72C42944530}">
      <dsp:nvSpPr>
        <dsp:cNvPr id="0" name=""/>
        <dsp:cNvSpPr/>
      </dsp:nvSpPr>
      <dsp:spPr>
        <a:xfrm>
          <a:off x="4357753" y="1609482"/>
          <a:ext cx="2858662" cy="9613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744" tIns="101744" rIns="101744" bIns="101744" numCol="1" spcCol="1270" anchor="ctr" anchorCtr="0">
          <a:noAutofit/>
        </a:bodyPr>
        <a:lstStyle/>
        <a:p>
          <a:pPr marL="0" lvl="0" indent="0" algn="l" defTabSz="622300">
            <a:lnSpc>
              <a:spcPct val="90000"/>
            </a:lnSpc>
            <a:spcBef>
              <a:spcPct val="0"/>
            </a:spcBef>
            <a:spcAft>
              <a:spcPct val="35000"/>
            </a:spcAft>
            <a:buNone/>
          </a:pPr>
          <a:r>
            <a:rPr lang="en-US" sz="1400" kern="1200"/>
            <a:t>ICS network topologies</a:t>
          </a:r>
        </a:p>
        <a:p>
          <a:pPr marL="0" lvl="0" indent="0" algn="l" defTabSz="622300">
            <a:lnSpc>
              <a:spcPct val="90000"/>
            </a:lnSpc>
            <a:spcBef>
              <a:spcPct val="0"/>
            </a:spcBef>
            <a:spcAft>
              <a:spcPct val="35000"/>
            </a:spcAft>
            <a:buNone/>
          </a:pPr>
          <a:r>
            <a:rPr lang="en-US" sz="1400" kern="1200"/>
            <a:t>PLC Logic</a:t>
          </a:r>
        </a:p>
        <a:p>
          <a:pPr marL="0" lvl="0" indent="0" algn="l" defTabSz="622300">
            <a:lnSpc>
              <a:spcPct val="90000"/>
            </a:lnSpc>
            <a:spcBef>
              <a:spcPct val="0"/>
            </a:spcBef>
            <a:spcAft>
              <a:spcPct val="35000"/>
            </a:spcAft>
            <a:buNone/>
          </a:pPr>
          <a:r>
            <a:rPr lang="en-US" sz="1400" kern="1200"/>
            <a:t>Physical processes</a:t>
          </a:r>
        </a:p>
      </dsp:txBody>
      <dsp:txXfrm>
        <a:off x="4357753" y="1609482"/>
        <a:ext cx="2858662" cy="961356"/>
      </dsp:txXfrm>
    </dsp:sp>
    <dsp:sp modelId="{D41FFD35-77A3-4E59-8FFD-14A606BA56B1}">
      <dsp:nvSpPr>
        <dsp:cNvPr id="0" name=""/>
        <dsp:cNvSpPr/>
      </dsp:nvSpPr>
      <dsp:spPr>
        <a:xfrm>
          <a:off x="0" y="2946728"/>
          <a:ext cx="7216416" cy="96135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1395196-0FC6-4D22-855A-C1B4F06F0EFA}">
      <dsp:nvSpPr>
        <dsp:cNvPr id="0" name=""/>
        <dsp:cNvSpPr/>
      </dsp:nvSpPr>
      <dsp:spPr>
        <a:xfrm>
          <a:off x="290810" y="3163034"/>
          <a:ext cx="528745" cy="52874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A2C5F0E-C19B-4AAB-8C1A-0C433B98945B}">
      <dsp:nvSpPr>
        <dsp:cNvPr id="0" name=""/>
        <dsp:cNvSpPr/>
      </dsp:nvSpPr>
      <dsp:spPr>
        <a:xfrm>
          <a:off x="1110366" y="2946728"/>
          <a:ext cx="6106049" cy="9613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744" tIns="101744" rIns="101744" bIns="101744" numCol="1" spcCol="1270" anchor="ctr" anchorCtr="0">
          <a:noAutofit/>
        </a:bodyPr>
        <a:lstStyle/>
        <a:p>
          <a:pPr marL="0" lvl="0" indent="0" algn="l" defTabSz="889000">
            <a:lnSpc>
              <a:spcPct val="90000"/>
            </a:lnSpc>
            <a:spcBef>
              <a:spcPct val="0"/>
            </a:spcBef>
            <a:spcAft>
              <a:spcPct val="35000"/>
            </a:spcAft>
            <a:buNone/>
          </a:pPr>
          <a:r>
            <a:rPr lang="en-US" sz="2000" kern="1200" dirty="0"/>
            <a:t>Provides high interaction without relying on full virtualization </a:t>
          </a:r>
          <a:r>
            <a:rPr lang="en-US" sz="2000" b="0" kern="1200" dirty="0"/>
            <a:t>such as a network of virtual machines</a:t>
          </a:r>
          <a:r>
            <a:rPr lang="en-US" sz="2000" kern="1200" dirty="0"/>
            <a:t>.</a:t>
          </a:r>
        </a:p>
      </dsp:txBody>
      <dsp:txXfrm>
        <a:off x="1110366" y="2946728"/>
        <a:ext cx="6106049" cy="961356"/>
      </dsp:txXfrm>
    </dsp:sp>
    <dsp:sp modelId="{C08036EF-6C72-45F7-92DB-BBBF2E33F2DA}">
      <dsp:nvSpPr>
        <dsp:cNvPr id="0" name=""/>
        <dsp:cNvSpPr/>
      </dsp:nvSpPr>
      <dsp:spPr>
        <a:xfrm>
          <a:off x="0" y="4148424"/>
          <a:ext cx="7216416" cy="96135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D474E92-19B2-4D52-9146-5A529B2BE2F3}">
      <dsp:nvSpPr>
        <dsp:cNvPr id="0" name=""/>
        <dsp:cNvSpPr/>
      </dsp:nvSpPr>
      <dsp:spPr>
        <a:xfrm>
          <a:off x="290810" y="4364729"/>
          <a:ext cx="528745" cy="52874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0EF6BA5-573F-496F-A930-8F7EDB2F11E0}">
      <dsp:nvSpPr>
        <dsp:cNvPr id="0" name=""/>
        <dsp:cNvSpPr/>
      </dsp:nvSpPr>
      <dsp:spPr>
        <a:xfrm>
          <a:off x="1110366" y="4148424"/>
          <a:ext cx="6106049" cy="9613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744" tIns="101744" rIns="101744" bIns="101744" numCol="1" spcCol="1270" anchor="ctr" anchorCtr="0">
          <a:noAutofit/>
        </a:bodyPr>
        <a:lstStyle/>
        <a:p>
          <a:pPr marL="0" lvl="0" indent="0" algn="l" defTabSz="889000">
            <a:lnSpc>
              <a:spcPct val="90000"/>
            </a:lnSpc>
            <a:spcBef>
              <a:spcPct val="0"/>
            </a:spcBef>
            <a:spcAft>
              <a:spcPct val="35000"/>
            </a:spcAft>
            <a:buNone/>
          </a:pPr>
          <a:r>
            <a:rPr lang="en-US" sz="2000" kern="1200"/>
            <a:t>Integrates with a Software Defined Network (SDN) for flexible control</a:t>
          </a:r>
        </a:p>
      </dsp:txBody>
      <dsp:txXfrm>
        <a:off x="1110366" y="4148424"/>
        <a:ext cx="6106049" cy="96135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8BC203-A1C0-41FE-A6B7-583FB53E3A5A}">
      <dsp:nvSpPr>
        <dsp:cNvPr id="0" name=""/>
        <dsp:cNvSpPr/>
      </dsp:nvSpPr>
      <dsp:spPr>
        <a:xfrm>
          <a:off x="-817299" y="91095"/>
          <a:ext cx="10890929" cy="111728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631DE7B-310A-48F5-8A78-0DA87BE8932E}">
      <dsp:nvSpPr>
        <dsp:cNvPr id="0" name=""/>
        <dsp:cNvSpPr/>
      </dsp:nvSpPr>
      <dsp:spPr>
        <a:xfrm>
          <a:off x="-479320" y="342484"/>
          <a:ext cx="614506" cy="61450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B350F8B-4397-473B-8F6B-E255DB86796A}">
      <dsp:nvSpPr>
        <dsp:cNvPr id="0" name=""/>
        <dsp:cNvSpPr/>
      </dsp:nvSpPr>
      <dsp:spPr>
        <a:xfrm>
          <a:off x="473164" y="91095"/>
          <a:ext cx="4900918" cy="11172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246" tIns="118246" rIns="118246" bIns="118246" numCol="1" spcCol="1270" anchor="ctr" anchorCtr="0">
          <a:noAutofit/>
        </a:bodyPr>
        <a:lstStyle/>
        <a:p>
          <a:pPr marL="0" lvl="0" indent="0" algn="l" defTabSz="1111250">
            <a:lnSpc>
              <a:spcPct val="90000"/>
            </a:lnSpc>
            <a:spcBef>
              <a:spcPct val="0"/>
            </a:spcBef>
            <a:spcAft>
              <a:spcPct val="35000"/>
            </a:spcAft>
            <a:buNone/>
          </a:pPr>
          <a:r>
            <a:rPr lang="en-US" sz="2500" kern="1200"/>
            <a:t>Goal:</a:t>
          </a:r>
        </a:p>
      </dsp:txBody>
      <dsp:txXfrm>
        <a:off x="473164" y="91095"/>
        <a:ext cx="4900918" cy="1117285"/>
      </dsp:txXfrm>
    </dsp:sp>
    <dsp:sp modelId="{DB5A47C7-1EDD-4A10-83CB-9BE889557526}">
      <dsp:nvSpPr>
        <dsp:cNvPr id="0" name=""/>
        <dsp:cNvSpPr/>
      </dsp:nvSpPr>
      <dsp:spPr>
        <a:xfrm>
          <a:off x="1555380" y="91833"/>
          <a:ext cx="7971269" cy="11172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246" tIns="118246" rIns="118246" bIns="118246" numCol="1" spcCol="1270" anchor="ctr" anchorCtr="0">
          <a:noAutofit/>
        </a:bodyPr>
        <a:lstStyle/>
        <a:p>
          <a:pPr marL="0" lvl="0" indent="0" algn="l" defTabSz="622300">
            <a:lnSpc>
              <a:spcPct val="90000"/>
            </a:lnSpc>
            <a:spcBef>
              <a:spcPct val="0"/>
            </a:spcBef>
            <a:spcAft>
              <a:spcPct val="35000"/>
            </a:spcAft>
            <a:buNone/>
          </a:pPr>
          <a:r>
            <a:rPr lang="en-US" sz="1400" kern="1200" dirty="0"/>
            <a:t>Simulate the real-world physical system (e.g., water treatment, power distribution)</a:t>
          </a:r>
        </a:p>
      </dsp:txBody>
      <dsp:txXfrm>
        <a:off x="1555380" y="91833"/>
        <a:ext cx="7971269" cy="1117285"/>
      </dsp:txXfrm>
    </dsp:sp>
    <dsp:sp modelId="{0A0710EF-DFEA-4342-8217-F83EAC773AED}">
      <dsp:nvSpPr>
        <dsp:cNvPr id="0" name=""/>
        <dsp:cNvSpPr/>
      </dsp:nvSpPr>
      <dsp:spPr>
        <a:xfrm>
          <a:off x="-817299" y="1487702"/>
          <a:ext cx="10890929" cy="216007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40DB30E-A3C3-43E0-8C9A-2CCB1511F0DE}">
      <dsp:nvSpPr>
        <dsp:cNvPr id="0" name=""/>
        <dsp:cNvSpPr/>
      </dsp:nvSpPr>
      <dsp:spPr>
        <a:xfrm>
          <a:off x="-479320" y="2260483"/>
          <a:ext cx="614506" cy="61450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89C047B-766D-43EB-95BA-379F53054293}">
      <dsp:nvSpPr>
        <dsp:cNvPr id="0" name=""/>
        <dsp:cNvSpPr/>
      </dsp:nvSpPr>
      <dsp:spPr>
        <a:xfrm>
          <a:off x="473164" y="2009094"/>
          <a:ext cx="4900918" cy="11172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246" tIns="118246" rIns="118246" bIns="118246" numCol="1" spcCol="1270" anchor="ctr" anchorCtr="0">
          <a:noAutofit/>
        </a:bodyPr>
        <a:lstStyle/>
        <a:p>
          <a:pPr marL="0" lvl="0" indent="0" algn="l" defTabSz="1111250">
            <a:lnSpc>
              <a:spcPct val="90000"/>
            </a:lnSpc>
            <a:spcBef>
              <a:spcPct val="0"/>
            </a:spcBef>
            <a:spcAft>
              <a:spcPct val="35000"/>
            </a:spcAft>
            <a:buNone/>
          </a:pPr>
          <a:r>
            <a:rPr lang="en-US" sz="2500" kern="1200"/>
            <a:t>Key Components:</a:t>
          </a:r>
        </a:p>
      </dsp:txBody>
      <dsp:txXfrm>
        <a:off x="473164" y="2009094"/>
        <a:ext cx="4900918" cy="1117285"/>
      </dsp:txXfrm>
    </dsp:sp>
    <dsp:sp modelId="{89F551BA-1F31-47FA-9D6F-EF126199A6F7}">
      <dsp:nvSpPr>
        <dsp:cNvPr id="0" name=""/>
        <dsp:cNvSpPr/>
      </dsp:nvSpPr>
      <dsp:spPr>
        <a:xfrm>
          <a:off x="3151498" y="2028122"/>
          <a:ext cx="6664417" cy="11172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246" tIns="118246" rIns="118246" bIns="118246" numCol="1" spcCol="1270" anchor="ctr" anchorCtr="0">
          <a:noAutofit/>
        </a:bodyPr>
        <a:lstStyle/>
        <a:p>
          <a:pPr marL="0" lvl="0" indent="0" algn="l" defTabSz="622300">
            <a:lnSpc>
              <a:spcPct val="90000"/>
            </a:lnSpc>
            <a:spcBef>
              <a:spcPct val="0"/>
            </a:spcBef>
            <a:spcAft>
              <a:spcPct val="35000"/>
            </a:spcAft>
            <a:buNone/>
          </a:pPr>
          <a:r>
            <a:rPr lang="en-US" sz="1400" kern="1200" dirty="0"/>
            <a:t>1. Process Simulation engine: Models dynamics (e.g., tank levels, flow rates)</a:t>
          </a:r>
        </a:p>
        <a:p>
          <a:pPr marL="0" lvl="0" indent="0" algn="l" defTabSz="622300">
            <a:lnSpc>
              <a:spcPct val="90000"/>
            </a:lnSpc>
            <a:spcBef>
              <a:spcPct val="0"/>
            </a:spcBef>
            <a:spcAft>
              <a:spcPct val="35000"/>
            </a:spcAft>
            <a:buNone/>
          </a:pPr>
          <a:r>
            <a:rPr lang="en-US" sz="1400" kern="1200" dirty="0"/>
            <a:t>2. Mathematical models: Physics-based (e.g., Bernoulli’s law, continuity </a:t>
          </a:r>
          <a:r>
            <a:rPr lang="en-US" sz="1400" kern="1200" dirty="0" err="1"/>
            <a:t>eqution</a:t>
          </a:r>
          <a:r>
            <a:rPr lang="en-US" sz="1400" kern="1200" dirty="0"/>
            <a:t>)</a:t>
          </a:r>
        </a:p>
        <a:p>
          <a:pPr marL="0" lvl="0" indent="0" algn="l" defTabSz="622300">
            <a:lnSpc>
              <a:spcPct val="90000"/>
            </a:lnSpc>
            <a:spcBef>
              <a:spcPct val="0"/>
            </a:spcBef>
            <a:spcAft>
              <a:spcPct val="35000"/>
            </a:spcAft>
            <a:buNone/>
          </a:pPr>
          <a:r>
            <a:rPr lang="en-US" sz="1400" kern="1200" dirty="0"/>
            <a:t>3. Real-time behavior: With tunable simulation time steps (&lt; 1 sec for realism) </a:t>
          </a:r>
        </a:p>
      </dsp:txBody>
      <dsp:txXfrm>
        <a:off x="3151498" y="2028122"/>
        <a:ext cx="6664417" cy="111728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8BC203-A1C0-41FE-A6B7-583FB53E3A5A}">
      <dsp:nvSpPr>
        <dsp:cNvPr id="0" name=""/>
        <dsp:cNvSpPr/>
      </dsp:nvSpPr>
      <dsp:spPr>
        <a:xfrm>
          <a:off x="-817299" y="91095"/>
          <a:ext cx="10890929" cy="111728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631DE7B-310A-48F5-8A78-0DA87BE8932E}">
      <dsp:nvSpPr>
        <dsp:cNvPr id="0" name=""/>
        <dsp:cNvSpPr/>
      </dsp:nvSpPr>
      <dsp:spPr>
        <a:xfrm>
          <a:off x="-479320" y="342484"/>
          <a:ext cx="614506" cy="61450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B350F8B-4397-473B-8F6B-E255DB86796A}">
      <dsp:nvSpPr>
        <dsp:cNvPr id="0" name=""/>
        <dsp:cNvSpPr/>
      </dsp:nvSpPr>
      <dsp:spPr>
        <a:xfrm>
          <a:off x="473164" y="91095"/>
          <a:ext cx="4900918" cy="11172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246" tIns="118246" rIns="118246" bIns="118246" numCol="1" spcCol="1270" anchor="ctr" anchorCtr="0">
          <a:noAutofit/>
        </a:bodyPr>
        <a:lstStyle/>
        <a:p>
          <a:pPr marL="0" lvl="0" indent="0" algn="l" defTabSz="1111250">
            <a:lnSpc>
              <a:spcPct val="90000"/>
            </a:lnSpc>
            <a:spcBef>
              <a:spcPct val="0"/>
            </a:spcBef>
            <a:spcAft>
              <a:spcPct val="35000"/>
            </a:spcAft>
            <a:buNone/>
          </a:pPr>
          <a:r>
            <a:rPr lang="en-US" sz="2500" kern="1200"/>
            <a:t>Goal:</a:t>
          </a:r>
        </a:p>
      </dsp:txBody>
      <dsp:txXfrm>
        <a:off x="473164" y="91095"/>
        <a:ext cx="4900918" cy="1117285"/>
      </dsp:txXfrm>
    </dsp:sp>
    <dsp:sp modelId="{DB5A47C7-1EDD-4A10-83CB-9BE889557526}">
      <dsp:nvSpPr>
        <dsp:cNvPr id="0" name=""/>
        <dsp:cNvSpPr/>
      </dsp:nvSpPr>
      <dsp:spPr>
        <a:xfrm>
          <a:off x="1555380" y="91833"/>
          <a:ext cx="7971269" cy="11172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246" tIns="118246" rIns="118246" bIns="118246" numCol="1" spcCol="1270" anchor="ctr" anchorCtr="0">
          <a:noAutofit/>
        </a:bodyPr>
        <a:lstStyle/>
        <a:p>
          <a:pPr marL="0" lvl="0" indent="0" algn="l" defTabSz="622300">
            <a:lnSpc>
              <a:spcPct val="90000"/>
            </a:lnSpc>
            <a:spcBef>
              <a:spcPct val="0"/>
            </a:spcBef>
            <a:spcAft>
              <a:spcPct val="35000"/>
            </a:spcAft>
            <a:buNone/>
          </a:pPr>
          <a:r>
            <a:rPr lang="en-US" sz="1400" kern="1200" dirty="0"/>
            <a:t>Emulate control devices and their logic realistically</a:t>
          </a:r>
        </a:p>
      </dsp:txBody>
      <dsp:txXfrm>
        <a:off x="1555380" y="91833"/>
        <a:ext cx="7971269" cy="1117285"/>
      </dsp:txXfrm>
    </dsp:sp>
    <dsp:sp modelId="{0A0710EF-DFEA-4342-8217-F83EAC773AED}">
      <dsp:nvSpPr>
        <dsp:cNvPr id="0" name=""/>
        <dsp:cNvSpPr/>
      </dsp:nvSpPr>
      <dsp:spPr>
        <a:xfrm>
          <a:off x="-817299" y="1487702"/>
          <a:ext cx="10890929" cy="216007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40DB30E-A3C3-43E0-8C9A-2CCB1511F0DE}">
      <dsp:nvSpPr>
        <dsp:cNvPr id="0" name=""/>
        <dsp:cNvSpPr/>
      </dsp:nvSpPr>
      <dsp:spPr>
        <a:xfrm>
          <a:off x="-479320" y="2260483"/>
          <a:ext cx="614506" cy="61450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89C047B-766D-43EB-95BA-379F53054293}">
      <dsp:nvSpPr>
        <dsp:cNvPr id="0" name=""/>
        <dsp:cNvSpPr/>
      </dsp:nvSpPr>
      <dsp:spPr>
        <a:xfrm>
          <a:off x="473164" y="2009094"/>
          <a:ext cx="4900918" cy="11172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246" tIns="118246" rIns="118246" bIns="118246" numCol="1" spcCol="1270" anchor="ctr" anchorCtr="0">
          <a:noAutofit/>
        </a:bodyPr>
        <a:lstStyle/>
        <a:p>
          <a:pPr marL="0" lvl="0" indent="0" algn="l" defTabSz="1111250">
            <a:lnSpc>
              <a:spcPct val="90000"/>
            </a:lnSpc>
            <a:spcBef>
              <a:spcPct val="0"/>
            </a:spcBef>
            <a:spcAft>
              <a:spcPct val="35000"/>
            </a:spcAft>
            <a:buNone/>
          </a:pPr>
          <a:r>
            <a:rPr lang="en-US" sz="2500" kern="1200"/>
            <a:t>Key Components:</a:t>
          </a:r>
        </a:p>
      </dsp:txBody>
      <dsp:txXfrm>
        <a:off x="473164" y="2009094"/>
        <a:ext cx="4900918" cy="1117285"/>
      </dsp:txXfrm>
    </dsp:sp>
    <dsp:sp modelId="{89F551BA-1F31-47FA-9D6F-EF126199A6F7}">
      <dsp:nvSpPr>
        <dsp:cNvPr id="0" name=""/>
        <dsp:cNvSpPr/>
      </dsp:nvSpPr>
      <dsp:spPr>
        <a:xfrm>
          <a:off x="3151498" y="2028122"/>
          <a:ext cx="6664417" cy="11172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246" tIns="118246" rIns="118246" bIns="118246" numCol="1" spcCol="1270" anchor="ctr" anchorCtr="0">
          <a:noAutofit/>
        </a:bodyPr>
        <a:lstStyle/>
        <a:p>
          <a:pPr marL="0" lvl="0" indent="0" algn="l" defTabSz="622300">
            <a:lnSpc>
              <a:spcPct val="90000"/>
            </a:lnSpc>
            <a:spcBef>
              <a:spcPct val="0"/>
            </a:spcBef>
            <a:spcAft>
              <a:spcPct val="35000"/>
            </a:spcAft>
            <a:buNone/>
          </a:pPr>
          <a:r>
            <a:rPr lang="en-US" sz="1400" kern="1200" dirty="0"/>
            <a:t>1. Simulated PLCs: Execute logic to read sensors &amp; control actuators</a:t>
          </a:r>
        </a:p>
        <a:p>
          <a:pPr marL="0" lvl="0" indent="0" algn="l" defTabSz="622300">
            <a:lnSpc>
              <a:spcPct val="90000"/>
            </a:lnSpc>
            <a:spcBef>
              <a:spcPct val="0"/>
            </a:spcBef>
            <a:spcAft>
              <a:spcPct val="35000"/>
            </a:spcAft>
            <a:buNone/>
          </a:pPr>
          <a:r>
            <a:rPr lang="en-US" sz="1400" kern="1200" dirty="0"/>
            <a:t>2. Simulated HMIs: Allow operator interactions (e.g., via HTTP)</a:t>
          </a:r>
        </a:p>
        <a:p>
          <a:pPr marL="0" lvl="0" indent="0" algn="l" defTabSz="622300">
            <a:lnSpc>
              <a:spcPct val="90000"/>
            </a:lnSpc>
            <a:spcBef>
              <a:spcPct val="0"/>
            </a:spcBef>
            <a:spcAft>
              <a:spcPct val="35000"/>
            </a:spcAft>
            <a:buNone/>
          </a:pPr>
          <a:r>
            <a:rPr lang="en-US" sz="1400" kern="1200" dirty="0"/>
            <a:t>3. Tag-based variable system: Like LIT101, MV101 for sensor/actuator data</a:t>
          </a:r>
        </a:p>
        <a:p>
          <a:pPr marL="0" lvl="0" indent="0" algn="l" defTabSz="622300">
            <a:lnSpc>
              <a:spcPct val="90000"/>
            </a:lnSpc>
            <a:spcBef>
              <a:spcPct val="0"/>
            </a:spcBef>
            <a:spcAft>
              <a:spcPct val="35000"/>
            </a:spcAft>
            <a:buNone/>
          </a:pPr>
          <a:r>
            <a:rPr lang="en-US" sz="1400" kern="1200" dirty="0"/>
            <a:t>4. Control interlocks: Dependencies between PLCs or states</a:t>
          </a:r>
        </a:p>
      </dsp:txBody>
      <dsp:txXfrm>
        <a:off x="3151498" y="2028122"/>
        <a:ext cx="6664417" cy="111728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8BC203-A1C0-41FE-A6B7-583FB53E3A5A}">
      <dsp:nvSpPr>
        <dsp:cNvPr id="0" name=""/>
        <dsp:cNvSpPr/>
      </dsp:nvSpPr>
      <dsp:spPr>
        <a:xfrm>
          <a:off x="-817299" y="91095"/>
          <a:ext cx="10890929" cy="111728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631DE7B-310A-48F5-8A78-0DA87BE8932E}">
      <dsp:nvSpPr>
        <dsp:cNvPr id="0" name=""/>
        <dsp:cNvSpPr/>
      </dsp:nvSpPr>
      <dsp:spPr>
        <a:xfrm>
          <a:off x="-479320" y="342484"/>
          <a:ext cx="614506" cy="61450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B350F8B-4397-473B-8F6B-E255DB86796A}">
      <dsp:nvSpPr>
        <dsp:cNvPr id="0" name=""/>
        <dsp:cNvSpPr/>
      </dsp:nvSpPr>
      <dsp:spPr>
        <a:xfrm>
          <a:off x="473164" y="91095"/>
          <a:ext cx="4900918" cy="11172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246" tIns="118246" rIns="118246" bIns="118246" numCol="1" spcCol="1270" anchor="ctr" anchorCtr="0">
          <a:noAutofit/>
        </a:bodyPr>
        <a:lstStyle/>
        <a:p>
          <a:pPr marL="0" lvl="0" indent="0" algn="l" defTabSz="1111250">
            <a:lnSpc>
              <a:spcPct val="90000"/>
            </a:lnSpc>
            <a:spcBef>
              <a:spcPct val="0"/>
            </a:spcBef>
            <a:spcAft>
              <a:spcPct val="35000"/>
            </a:spcAft>
            <a:buNone/>
          </a:pPr>
          <a:r>
            <a:rPr lang="en-US" sz="2500" kern="1200"/>
            <a:t>Goal:</a:t>
          </a:r>
        </a:p>
      </dsp:txBody>
      <dsp:txXfrm>
        <a:off x="473164" y="91095"/>
        <a:ext cx="4900918" cy="1117285"/>
      </dsp:txXfrm>
    </dsp:sp>
    <dsp:sp modelId="{DB5A47C7-1EDD-4A10-83CB-9BE889557526}">
      <dsp:nvSpPr>
        <dsp:cNvPr id="0" name=""/>
        <dsp:cNvSpPr/>
      </dsp:nvSpPr>
      <dsp:spPr>
        <a:xfrm>
          <a:off x="1555380" y="91833"/>
          <a:ext cx="7971269" cy="11172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246" tIns="118246" rIns="118246" bIns="118246" numCol="1" spcCol="1270" anchor="ctr" anchorCtr="0">
          <a:noAutofit/>
        </a:bodyPr>
        <a:lstStyle/>
        <a:p>
          <a:pPr marL="0" lvl="0" indent="0" algn="l" defTabSz="622300">
            <a:lnSpc>
              <a:spcPct val="90000"/>
            </a:lnSpc>
            <a:spcBef>
              <a:spcPct val="0"/>
            </a:spcBef>
            <a:spcAft>
              <a:spcPct val="35000"/>
            </a:spcAft>
            <a:buNone/>
          </a:pPr>
          <a:r>
            <a:rPr lang="en-US" sz="1400" kern="1200" dirty="0"/>
            <a:t>Emulate the ICS communication network with realistic traffic and vulnerabilities</a:t>
          </a:r>
        </a:p>
      </dsp:txBody>
      <dsp:txXfrm>
        <a:off x="1555380" y="91833"/>
        <a:ext cx="7971269" cy="1117285"/>
      </dsp:txXfrm>
    </dsp:sp>
    <dsp:sp modelId="{0A0710EF-DFEA-4342-8217-F83EAC773AED}">
      <dsp:nvSpPr>
        <dsp:cNvPr id="0" name=""/>
        <dsp:cNvSpPr/>
      </dsp:nvSpPr>
      <dsp:spPr>
        <a:xfrm>
          <a:off x="-817299" y="1487702"/>
          <a:ext cx="10890929" cy="216007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40DB30E-A3C3-43E0-8C9A-2CCB1511F0DE}">
      <dsp:nvSpPr>
        <dsp:cNvPr id="0" name=""/>
        <dsp:cNvSpPr/>
      </dsp:nvSpPr>
      <dsp:spPr>
        <a:xfrm>
          <a:off x="-479320" y="2260483"/>
          <a:ext cx="614506" cy="61450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89C047B-766D-43EB-95BA-379F53054293}">
      <dsp:nvSpPr>
        <dsp:cNvPr id="0" name=""/>
        <dsp:cNvSpPr/>
      </dsp:nvSpPr>
      <dsp:spPr>
        <a:xfrm>
          <a:off x="473164" y="2009094"/>
          <a:ext cx="4900918" cy="11172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246" tIns="118246" rIns="118246" bIns="118246" numCol="1" spcCol="1270" anchor="ctr" anchorCtr="0">
          <a:noAutofit/>
        </a:bodyPr>
        <a:lstStyle/>
        <a:p>
          <a:pPr marL="0" lvl="0" indent="0" algn="l" defTabSz="1111250">
            <a:lnSpc>
              <a:spcPct val="90000"/>
            </a:lnSpc>
            <a:spcBef>
              <a:spcPct val="0"/>
            </a:spcBef>
            <a:spcAft>
              <a:spcPct val="35000"/>
            </a:spcAft>
            <a:buNone/>
          </a:pPr>
          <a:r>
            <a:rPr lang="en-US" sz="2500" kern="1200"/>
            <a:t>Key Components:</a:t>
          </a:r>
        </a:p>
      </dsp:txBody>
      <dsp:txXfrm>
        <a:off x="473164" y="2009094"/>
        <a:ext cx="4900918" cy="1117285"/>
      </dsp:txXfrm>
    </dsp:sp>
    <dsp:sp modelId="{89F551BA-1F31-47FA-9D6F-EF126199A6F7}">
      <dsp:nvSpPr>
        <dsp:cNvPr id="0" name=""/>
        <dsp:cNvSpPr/>
      </dsp:nvSpPr>
      <dsp:spPr>
        <a:xfrm>
          <a:off x="3151498" y="2028122"/>
          <a:ext cx="6664417" cy="11172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246" tIns="118246" rIns="118246" bIns="118246" numCol="1" spcCol="1270" anchor="ctr" anchorCtr="0">
          <a:noAutofit/>
        </a:bodyPr>
        <a:lstStyle/>
        <a:p>
          <a:pPr marL="0" lvl="0" indent="0" algn="l" defTabSz="622300">
            <a:lnSpc>
              <a:spcPct val="90000"/>
            </a:lnSpc>
            <a:spcBef>
              <a:spcPct val="0"/>
            </a:spcBef>
            <a:spcAft>
              <a:spcPct val="35000"/>
            </a:spcAft>
            <a:buNone/>
          </a:pPr>
          <a:r>
            <a:rPr lang="en-US" sz="1400" kern="1200" dirty="0"/>
            <a:t>1. Virtual hosts: PLCs, HMIs, VPNs, gateways in isolated containers</a:t>
          </a:r>
        </a:p>
        <a:p>
          <a:pPr marL="0" lvl="0" indent="0" algn="l" defTabSz="622300">
            <a:lnSpc>
              <a:spcPct val="90000"/>
            </a:lnSpc>
            <a:spcBef>
              <a:spcPct val="0"/>
            </a:spcBef>
            <a:spcAft>
              <a:spcPct val="35000"/>
            </a:spcAft>
            <a:buNone/>
          </a:pPr>
          <a:r>
            <a:rPr lang="en-US" sz="1400" kern="1200" dirty="0"/>
            <a:t>2. Switching &amp; Routing: Simulated using Mininet/SDN</a:t>
          </a:r>
        </a:p>
        <a:p>
          <a:pPr marL="0" lvl="0" indent="0" algn="l" defTabSz="622300">
            <a:lnSpc>
              <a:spcPct val="90000"/>
            </a:lnSpc>
            <a:spcBef>
              <a:spcPct val="0"/>
            </a:spcBef>
            <a:spcAft>
              <a:spcPct val="35000"/>
            </a:spcAft>
            <a:buNone/>
          </a:pPr>
          <a:r>
            <a:rPr lang="en-US" sz="1400" kern="1200" dirty="0"/>
            <a:t>3. Protocol support: </a:t>
          </a:r>
          <a:r>
            <a:rPr lang="en-US" sz="1400" kern="1200" dirty="0" err="1"/>
            <a:t>EtherNet</a:t>
          </a:r>
          <a:r>
            <a:rPr lang="en-US" sz="1400" kern="1200" dirty="0"/>
            <a:t>/IP, Modbus/TCP, ARP, DHCP</a:t>
          </a:r>
        </a:p>
        <a:p>
          <a:pPr marL="0" lvl="0" indent="0" algn="l" defTabSz="622300">
            <a:lnSpc>
              <a:spcPct val="90000"/>
            </a:lnSpc>
            <a:spcBef>
              <a:spcPct val="0"/>
            </a:spcBef>
            <a:spcAft>
              <a:spcPct val="35000"/>
            </a:spcAft>
            <a:buNone/>
          </a:pPr>
          <a:r>
            <a:rPr lang="en-US" sz="1400" kern="1200" dirty="0"/>
            <a:t>4. Vulnerable services: SSH, Telnet, VPN with weak/default credentials</a:t>
          </a:r>
        </a:p>
        <a:p>
          <a:pPr marL="0" lvl="0" indent="0" algn="l" defTabSz="622300">
            <a:lnSpc>
              <a:spcPct val="90000"/>
            </a:lnSpc>
            <a:spcBef>
              <a:spcPct val="0"/>
            </a:spcBef>
            <a:spcAft>
              <a:spcPct val="35000"/>
            </a:spcAft>
            <a:buNone/>
          </a:pPr>
          <a:r>
            <a:rPr lang="en-US" sz="1400" kern="1200" dirty="0"/>
            <a:t>5. Attack surface: Configured to expose real services on standard ports</a:t>
          </a:r>
        </a:p>
        <a:p>
          <a:pPr marL="0" lvl="0" indent="0" algn="l" defTabSz="622300">
            <a:lnSpc>
              <a:spcPct val="90000"/>
            </a:lnSpc>
            <a:spcBef>
              <a:spcPct val="0"/>
            </a:spcBef>
            <a:spcAft>
              <a:spcPct val="35000"/>
            </a:spcAft>
            <a:buNone/>
          </a:pPr>
          <a:r>
            <a:rPr lang="en-US" sz="1400" kern="1200" dirty="0"/>
            <a:t>6. Link shipping: Customizable delay, bandwidth, packet loss</a:t>
          </a:r>
        </a:p>
      </dsp:txBody>
      <dsp:txXfrm>
        <a:off x="3151498" y="2028122"/>
        <a:ext cx="6664417" cy="111728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4DAB09-EC03-4255-BE47-E8B78B561E72}">
      <dsp:nvSpPr>
        <dsp:cNvPr id="0" name=""/>
        <dsp:cNvSpPr/>
      </dsp:nvSpPr>
      <dsp:spPr>
        <a:xfrm>
          <a:off x="752052" y="0"/>
          <a:ext cx="1510523" cy="144550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08D0BD4-4F6A-4395-BDAF-9EF7E101243C}">
      <dsp:nvSpPr>
        <dsp:cNvPr id="0" name=""/>
        <dsp:cNvSpPr/>
      </dsp:nvSpPr>
      <dsp:spPr>
        <a:xfrm>
          <a:off x="752052" y="1599353"/>
          <a:ext cx="4315781" cy="6195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600200">
            <a:lnSpc>
              <a:spcPct val="90000"/>
            </a:lnSpc>
            <a:spcBef>
              <a:spcPct val="0"/>
            </a:spcBef>
            <a:spcAft>
              <a:spcPct val="35000"/>
            </a:spcAft>
            <a:buNone/>
            <a:defRPr b="1"/>
          </a:pPr>
          <a:r>
            <a:rPr lang="en-US" sz="3600" kern="1200"/>
            <a:t>On the lowest layer :</a:t>
          </a:r>
        </a:p>
      </dsp:txBody>
      <dsp:txXfrm>
        <a:off x="752052" y="1599353"/>
        <a:ext cx="4315781" cy="619501"/>
      </dsp:txXfrm>
    </dsp:sp>
    <dsp:sp modelId="{F346C6CC-EF53-4A38-8A3E-1A6953C86C2E}">
      <dsp:nvSpPr>
        <dsp:cNvPr id="0" name=""/>
        <dsp:cNvSpPr/>
      </dsp:nvSpPr>
      <dsp:spPr>
        <a:xfrm>
          <a:off x="752052" y="2290413"/>
          <a:ext cx="4315781" cy="14484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pPr>
          <a:r>
            <a:rPr lang="en-US" sz="1700" kern="1200"/>
            <a:t>Controller devices are connected to sensors and actuators</a:t>
          </a:r>
        </a:p>
        <a:p>
          <a:pPr marL="0" lvl="0" indent="0" algn="l" defTabSz="755650">
            <a:lnSpc>
              <a:spcPct val="90000"/>
            </a:lnSpc>
            <a:spcBef>
              <a:spcPct val="0"/>
            </a:spcBef>
            <a:spcAft>
              <a:spcPct val="35000"/>
            </a:spcAft>
            <a:buNone/>
          </a:pPr>
          <a:r>
            <a:rPr lang="en-US" sz="1700" kern="1200"/>
            <a:t>Or to remote input/output (RIO) devices, capable of converting raw sensors and actuators signals into Ethernet-based packets</a:t>
          </a:r>
        </a:p>
      </dsp:txBody>
      <dsp:txXfrm>
        <a:off x="752052" y="2290413"/>
        <a:ext cx="4315781" cy="1448449"/>
      </dsp:txXfrm>
    </dsp:sp>
    <dsp:sp modelId="{CD8678BC-CBB7-4725-9366-CC34BA17DEE4}">
      <dsp:nvSpPr>
        <dsp:cNvPr id="0" name=""/>
        <dsp:cNvSpPr/>
      </dsp:nvSpPr>
      <dsp:spPr>
        <a:xfrm>
          <a:off x="5823095" y="0"/>
          <a:ext cx="1510523" cy="144550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7CB3158-FF32-4D8F-ABD2-7BBCDE4BA563}">
      <dsp:nvSpPr>
        <dsp:cNvPr id="0" name=""/>
        <dsp:cNvSpPr/>
      </dsp:nvSpPr>
      <dsp:spPr>
        <a:xfrm>
          <a:off x="5823095" y="1599353"/>
          <a:ext cx="4315781" cy="6195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600200">
            <a:lnSpc>
              <a:spcPct val="90000"/>
            </a:lnSpc>
            <a:spcBef>
              <a:spcPct val="0"/>
            </a:spcBef>
            <a:spcAft>
              <a:spcPct val="35000"/>
            </a:spcAft>
            <a:buNone/>
            <a:defRPr b="1"/>
          </a:pPr>
          <a:r>
            <a:rPr lang="en-US" sz="3600" kern="1200"/>
            <a:t>The next layer :</a:t>
          </a:r>
        </a:p>
      </dsp:txBody>
      <dsp:txXfrm>
        <a:off x="5823095" y="1599353"/>
        <a:ext cx="4315781" cy="619501"/>
      </dsp:txXfrm>
    </dsp:sp>
    <dsp:sp modelId="{061F6B58-7870-4AF2-81DA-086BDF4E855C}">
      <dsp:nvSpPr>
        <dsp:cNvPr id="0" name=""/>
        <dsp:cNvSpPr/>
      </dsp:nvSpPr>
      <dsp:spPr>
        <a:xfrm>
          <a:off x="5823095" y="2290413"/>
          <a:ext cx="4315781" cy="14484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pPr>
          <a:r>
            <a:rPr lang="en-US" sz="1700" kern="1200" dirty="0"/>
            <a:t>Connects the controller devices, and the additional devices such as HMIs, engineering workstations, and historian server</a:t>
          </a:r>
        </a:p>
      </dsp:txBody>
      <dsp:txXfrm>
        <a:off x="5823095" y="2290413"/>
        <a:ext cx="4315781" cy="144844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CA2A73-78FA-4A10-B345-E6ADC4F874FD}">
      <dsp:nvSpPr>
        <dsp:cNvPr id="0" name=""/>
        <dsp:cNvSpPr/>
      </dsp:nvSpPr>
      <dsp:spPr>
        <a:xfrm>
          <a:off x="9645" y="276489"/>
          <a:ext cx="1135842" cy="113584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244B255-0665-44FD-977A-A8A66FC72E50}">
      <dsp:nvSpPr>
        <dsp:cNvPr id="0" name=""/>
        <dsp:cNvSpPr/>
      </dsp:nvSpPr>
      <dsp:spPr>
        <a:xfrm>
          <a:off x="9645" y="1549325"/>
          <a:ext cx="3245265" cy="4867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466850">
            <a:lnSpc>
              <a:spcPct val="90000"/>
            </a:lnSpc>
            <a:spcBef>
              <a:spcPct val="0"/>
            </a:spcBef>
            <a:spcAft>
              <a:spcPct val="35000"/>
            </a:spcAft>
            <a:buNone/>
            <a:defRPr b="1"/>
          </a:pPr>
          <a:r>
            <a:rPr lang="en-US" sz="3300" kern="1200"/>
            <a:t>Real honeypots</a:t>
          </a:r>
        </a:p>
      </dsp:txBody>
      <dsp:txXfrm>
        <a:off x="9645" y="1549325"/>
        <a:ext cx="3245265" cy="486789"/>
      </dsp:txXfrm>
    </dsp:sp>
    <dsp:sp modelId="{1FC74058-D5C6-4C66-9ECA-36774BCB44BA}">
      <dsp:nvSpPr>
        <dsp:cNvPr id="0" name=""/>
        <dsp:cNvSpPr/>
      </dsp:nvSpPr>
      <dsp:spPr>
        <a:xfrm>
          <a:off x="9645" y="2099832"/>
          <a:ext cx="3245265" cy="13625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pPr>
          <a:r>
            <a:rPr lang="en-US" sz="1700" kern="1200"/>
            <a:t>Uses real physical devices to replicate the target system</a:t>
          </a:r>
        </a:p>
        <a:p>
          <a:pPr marL="0" lvl="0" indent="0" algn="l" defTabSz="755650">
            <a:lnSpc>
              <a:spcPct val="90000"/>
            </a:lnSpc>
            <a:spcBef>
              <a:spcPct val="0"/>
            </a:spcBef>
            <a:spcAft>
              <a:spcPct val="35000"/>
            </a:spcAft>
            <a:buNone/>
          </a:pPr>
          <a:r>
            <a:rPr lang="en-US" sz="1700" kern="1200"/>
            <a:t>The most realistic solution</a:t>
          </a:r>
        </a:p>
        <a:p>
          <a:pPr marL="0" lvl="0" indent="0" algn="l" defTabSz="755650">
            <a:lnSpc>
              <a:spcPct val="90000"/>
            </a:lnSpc>
            <a:spcBef>
              <a:spcPct val="0"/>
            </a:spcBef>
            <a:spcAft>
              <a:spcPct val="35000"/>
            </a:spcAft>
            <a:buNone/>
          </a:pPr>
          <a:r>
            <a:rPr lang="en-US" sz="1700" kern="1200"/>
            <a:t>Their deployment is so expensive (money, maintenance, and space)</a:t>
          </a:r>
        </a:p>
      </dsp:txBody>
      <dsp:txXfrm>
        <a:off x="9645" y="2099832"/>
        <a:ext cx="3245265" cy="1362540"/>
      </dsp:txXfrm>
    </dsp:sp>
    <dsp:sp modelId="{49CC12A6-400B-435C-B737-FDD0B7FAA680}">
      <dsp:nvSpPr>
        <dsp:cNvPr id="0" name=""/>
        <dsp:cNvSpPr/>
      </dsp:nvSpPr>
      <dsp:spPr>
        <a:xfrm>
          <a:off x="3822831" y="276489"/>
          <a:ext cx="1135842" cy="113584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5E04509-13A9-4709-A06D-B4939DCE9751}">
      <dsp:nvSpPr>
        <dsp:cNvPr id="0" name=""/>
        <dsp:cNvSpPr/>
      </dsp:nvSpPr>
      <dsp:spPr>
        <a:xfrm>
          <a:off x="3822831" y="1549325"/>
          <a:ext cx="3245265" cy="4867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466850">
            <a:lnSpc>
              <a:spcPct val="90000"/>
            </a:lnSpc>
            <a:spcBef>
              <a:spcPct val="0"/>
            </a:spcBef>
            <a:spcAft>
              <a:spcPct val="35000"/>
            </a:spcAft>
            <a:buNone/>
            <a:defRPr b="1"/>
          </a:pPr>
          <a:r>
            <a:rPr lang="en-US" sz="3300" kern="1200"/>
            <a:t>Virtual honeypots</a:t>
          </a:r>
        </a:p>
      </dsp:txBody>
      <dsp:txXfrm>
        <a:off x="3822831" y="1549325"/>
        <a:ext cx="3245265" cy="486789"/>
      </dsp:txXfrm>
    </dsp:sp>
    <dsp:sp modelId="{11E75E0B-F231-4014-9C45-3E3703F52382}">
      <dsp:nvSpPr>
        <dsp:cNvPr id="0" name=""/>
        <dsp:cNvSpPr/>
      </dsp:nvSpPr>
      <dsp:spPr>
        <a:xfrm>
          <a:off x="3822831" y="2099832"/>
          <a:ext cx="3245265" cy="13625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pPr>
          <a:r>
            <a:rPr lang="en-US" sz="1700" kern="1200"/>
            <a:t>Utilizes virtualization technologies, such as PLC emulators, to reproduce a system</a:t>
          </a:r>
        </a:p>
        <a:p>
          <a:pPr marL="0" lvl="0" indent="0" algn="l" defTabSz="755650">
            <a:lnSpc>
              <a:spcPct val="90000"/>
            </a:lnSpc>
            <a:spcBef>
              <a:spcPct val="0"/>
            </a:spcBef>
            <a:spcAft>
              <a:spcPct val="35000"/>
            </a:spcAft>
            <a:buNone/>
          </a:pPr>
          <a:r>
            <a:rPr lang="en-US" sz="1700" kern="1200" dirty="0"/>
            <a:t>They offer a compact, and low-cost solution</a:t>
          </a:r>
        </a:p>
      </dsp:txBody>
      <dsp:txXfrm>
        <a:off x="3822831" y="2099832"/>
        <a:ext cx="3245265" cy="1362540"/>
      </dsp:txXfrm>
    </dsp:sp>
    <dsp:sp modelId="{ED32419F-9367-47D6-BFC1-838672A5536C}">
      <dsp:nvSpPr>
        <dsp:cNvPr id="0" name=""/>
        <dsp:cNvSpPr/>
      </dsp:nvSpPr>
      <dsp:spPr>
        <a:xfrm>
          <a:off x="7636018" y="276489"/>
          <a:ext cx="1135842" cy="113584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98A2ED6-0E81-49AB-B24E-2378F83E6744}">
      <dsp:nvSpPr>
        <dsp:cNvPr id="0" name=""/>
        <dsp:cNvSpPr/>
      </dsp:nvSpPr>
      <dsp:spPr>
        <a:xfrm>
          <a:off x="7636018" y="1549325"/>
          <a:ext cx="3245265" cy="4867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466850">
            <a:lnSpc>
              <a:spcPct val="90000"/>
            </a:lnSpc>
            <a:spcBef>
              <a:spcPct val="0"/>
            </a:spcBef>
            <a:spcAft>
              <a:spcPct val="35000"/>
            </a:spcAft>
            <a:buNone/>
            <a:defRPr b="1"/>
          </a:pPr>
          <a:r>
            <a:rPr lang="en-US" sz="3300" kern="1200"/>
            <a:t>Hybrid honeypots</a:t>
          </a:r>
        </a:p>
      </dsp:txBody>
      <dsp:txXfrm>
        <a:off x="7636018" y="1549325"/>
        <a:ext cx="3245265" cy="486789"/>
      </dsp:txXfrm>
    </dsp:sp>
    <dsp:sp modelId="{08358F40-64A8-417E-95EE-B6DDE7F17FD2}">
      <dsp:nvSpPr>
        <dsp:cNvPr id="0" name=""/>
        <dsp:cNvSpPr/>
      </dsp:nvSpPr>
      <dsp:spPr>
        <a:xfrm>
          <a:off x="7636018" y="2099832"/>
          <a:ext cx="3245265" cy="13625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pPr>
          <a:r>
            <a:rPr lang="en-US" sz="1700" kern="1200"/>
            <a:t>Include a mixture of virtual and real devices</a:t>
          </a:r>
        </a:p>
        <a:p>
          <a:pPr marL="0" lvl="0" indent="0" algn="l" defTabSz="755650">
            <a:lnSpc>
              <a:spcPct val="90000"/>
            </a:lnSpc>
            <a:spcBef>
              <a:spcPct val="0"/>
            </a:spcBef>
            <a:spcAft>
              <a:spcPct val="35000"/>
            </a:spcAft>
            <a:buNone/>
          </a:pPr>
          <a:r>
            <a:rPr lang="en-US" sz="1700" kern="1200"/>
            <a:t>They might be interesting cost-effective solution</a:t>
          </a:r>
        </a:p>
      </dsp:txBody>
      <dsp:txXfrm>
        <a:off x="7636018" y="2099832"/>
        <a:ext cx="3245265" cy="136254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87BF6D-6D1E-4DDD-B657-8056F08BFD74}">
      <dsp:nvSpPr>
        <dsp:cNvPr id="0" name=""/>
        <dsp:cNvSpPr/>
      </dsp:nvSpPr>
      <dsp:spPr>
        <a:xfrm>
          <a:off x="2151464" y="160654"/>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DE23BBC-0E5C-4029-B04F-348B7F13133C}">
      <dsp:nvSpPr>
        <dsp:cNvPr id="0" name=""/>
        <dsp:cNvSpPr/>
      </dsp:nvSpPr>
      <dsp:spPr>
        <a:xfrm>
          <a:off x="747464" y="1819609"/>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511300">
            <a:lnSpc>
              <a:spcPct val="90000"/>
            </a:lnSpc>
            <a:spcBef>
              <a:spcPct val="0"/>
            </a:spcBef>
            <a:spcAft>
              <a:spcPct val="35000"/>
            </a:spcAft>
            <a:buNone/>
            <a:defRPr b="1"/>
          </a:pPr>
          <a:r>
            <a:rPr lang="en-US" sz="3400" kern="1200"/>
            <a:t>Server-based</a:t>
          </a:r>
        </a:p>
      </dsp:txBody>
      <dsp:txXfrm>
        <a:off x="747464" y="1819609"/>
        <a:ext cx="4320000" cy="648000"/>
      </dsp:txXfrm>
    </dsp:sp>
    <dsp:sp modelId="{AC0C8718-82F8-4ED1-80E2-F47D87FB3125}">
      <dsp:nvSpPr>
        <dsp:cNvPr id="0" name=""/>
        <dsp:cNvSpPr/>
      </dsp:nvSpPr>
      <dsp:spPr>
        <a:xfrm>
          <a:off x="747464" y="2535960"/>
          <a:ext cx="4320000" cy="10422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Expose, over an insecure channel, a number of vulnerable services, that are passively listen to well-known ports</a:t>
          </a:r>
        </a:p>
        <a:p>
          <a:pPr marL="0" lvl="0" indent="0" algn="ctr" defTabSz="755650">
            <a:lnSpc>
              <a:spcPct val="90000"/>
            </a:lnSpc>
            <a:spcBef>
              <a:spcPct val="0"/>
            </a:spcBef>
            <a:spcAft>
              <a:spcPct val="35000"/>
            </a:spcAft>
            <a:buNone/>
          </a:pPr>
          <a:r>
            <a:rPr lang="en-US" sz="1700" kern="1200"/>
            <a:t>It is passively waiting to be attacked</a:t>
          </a:r>
        </a:p>
      </dsp:txBody>
      <dsp:txXfrm>
        <a:off x="747464" y="2535960"/>
        <a:ext cx="4320000" cy="1042248"/>
      </dsp:txXfrm>
    </dsp:sp>
    <dsp:sp modelId="{9A93E20C-B477-41CA-98E8-1F15A1B0BBF5}">
      <dsp:nvSpPr>
        <dsp:cNvPr id="0" name=""/>
        <dsp:cNvSpPr/>
      </dsp:nvSpPr>
      <dsp:spPr>
        <a:xfrm>
          <a:off x="7227464" y="160654"/>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F27E932-2DE3-4491-9171-F09B2619A05F}">
      <dsp:nvSpPr>
        <dsp:cNvPr id="0" name=""/>
        <dsp:cNvSpPr/>
      </dsp:nvSpPr>
      <dsp:spPr>
        <a:xfrm>
          <a:off x="5823464" y="1819609"/>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511300">
            <a:lnSpc>
              <a:spcPct val="90000"/>
            </a:lnSpc>
            <a:spcBef>
              <a:spcPct val="0"/>
            </a:spcBef>
            <a:spcAft>
              <a:spcPct val="35000"/>
            </a:spcAft>
            <a:buNone/>
            <a:defRPr b="1"/>
          </a:pPr>
          <a:r>
            <a:rPr lang="en-US" sz="3400" kern="1200"/>
            <a:t>Client-based honeypot</a:t>
          </a:r>
        </a:p>
      </dsp:txBody>
      <dsp:txXfrm>
        <a:off x="5823464" y="1819609"/>
        <a:ext cx="4320000" cy="648000"/>
      </dsp:txXfrm>
    </dsp:sp>
    <dsp:sp modelId="{AE32D7B4-7B0E-4562-B18E-8B069B013218}">
      <dsp:nvSpPr>
        <dsp:cNvPr id="0" name=""/>
        <dsp:cNvSpPr/>
      </dsp:nvSpPr>
      <dsp:spPr>
        <a:xfrm>
          <a:off x="5823464" y="2535960"/>
          <a:ext cx="4320000" cy="10422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Act as vulnerable client application, such as a web-browser</a:t>
          </a:r>
        </a:p>
        <a:p>
          <a:pPr marL="0" lvl="0" indent="0" algn="ctr" defTabSz="755650">
            <a:lnSpc>
              <a:spcPct val="90000"/>
            </a:lnSpc>
            <a:spcBef>
              <a:spcPct val="0"/>
            </a:spcBef>
            <a:spcAft>
              <a:spcPct val="35000"/>
            </a:spcAft>
            <a:buNone/>
          </a:pPr>
          <a:r>
            <a:rPr lang="en-US" sz="1700" kern="1200"/>
            <a:t>It actively looks for an attack from a malicious webserver</a:t>
          </a:r>
        </a:p>
      </dsp:txBody>
      <dsp:txXfrm>
        <a:off x="5823464" y="2535960"/>
        <a:ext cx="4320000" cy="1042248"/>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04F21A-C81B-4187-BA9A-2B1C0667A98F}">
      <dsp:nvSpPr>
        <dsp:cNvPr id="0" name=""/>
        <dsp:cNvSpPr/>
      </dsp:nvSpPr>
      <dsp:spPr>
        <a:xfrm>
          <a:off x="2154681" y="6685"/>
          <a:ext cx="1510523" cy="149372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4BAAFEF-F63D-4956-B177-C8208A028CDF}">
      <dsp:nvSpPr>
        <dsp:cNvPr id="0" name=""/>
        <dsp:cNvSpPr/>
      </dsp:nvSpPr>
      <dsp:spPr>
        <a:xfrm>
          <a:off x="752052" y="1659394"/>
          <a:ext cx="4315781" cy="6401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90000"/>
            </a:lnSpc>
            <a:spcBef>
              <a:spcPct val="0"/>
            </a:spcBef>
            <a:spcAft>
              <a:spcPct val="35000"/>
            </a:spcAft>
            <a:buNone/>
            <a:defRPr b="1"/>
          </a:pPr>
          <a:r>
            <a:rPr lang="en-US" sz="3600" kern="1200"/>
            <a:t>Low Interactive</a:t>
          </a:r>
        </a:p>
      </dsp:txBody>
      <dsp:txXfrm>
        <a:off x="752052" y="1659394"/>
        <a:ext cx="4315781" cy="640168"/>
      </dsp:txXfrm>
    </dsp:sp>
    <dsp:sp modelId="{22D647B1-273A-450D-BF0B-A035F1E2E784}">
      <dsp:nvSpPr>
        <dsp:cNvPr id="0" name=""/>
        <dsp:cNvSpPr/>
      </dsp:nvSpPr>
      <dsp:spPr>
        <a:xfrm>
          <a:off x="752052" y="2373508"/>
          <a:ext cx="4315781" cy="13586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Simulate only specific systems services (such as telnet daemon)</a:t>
          </a:r>
        </a:p>
        <a:p>
          <a:pPr marL="0" lvl="0" indent="0" algn="ctr" defTabSz="755650">
            <a:lnSpc>
              <a:spcPct val="90000"/>
            </a:lnSpc>
            <a:spcBef>
              <a:spcPct val="0"/>
            </a:spcBef>
            <a:spcAft>
              <a:spcPct val="35000"/>
            </a:spcAft>
            <a:buNone/>
          </a:pPr>
          <a:r>
            <a:rPr lang="en-US" sz="1700" kern="1200"/>
            <a:t>Provide a narrow attack surface</a:t>
          </a:r>
        </a:p>
        <a:p>
          <a:pPr marL="0" lvl="0" indent="0" algn="ctr" defTabSz="755650">
            <a:lnSpc>
              <a:spcPct val="90000"/>
            </a:lnSpc>
            <a:spcBef>
              <a:spcPct val="0"/>
            </a:spcBef>
            <a:spcAft>
              <a:spcPct val="35000"/>
            </a:spcAft>
            <a:buNone/>
          </a:pPr>
          <a:r>
            <a:rPr lang="en-US" sz="1700" kern="1200" dirty="0"/>
            <a:t>Easy to develop, configure, but easy to be detected</a:t>
          </a:r>
        </a:p>
      </dsp:txBody>
      <dsp:txXfrm>
        <a:off x="752052" y="2373508"/>
        <a:ext cx="4315781" cy="1358669"/>
      </dsp:txXfrm>
    </dsp:sp>
    <dsp:sp modelId="{1EA24261-7818-4081-A484-6BA085E60911}">
      <dsp:nvSpPr>
        <dsp:cNvPr id="0" name=""/>
        <dsp:cNvSpPr/>
      </dsp:nvSpPr>
      <dsp:spPr>
        <a:xfrm>
          <a:off x="7225724" y="6685"/>
          <a:ext cx="1510523" cy="149372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F2A343A-09F8-47CC-B98A-AF711B0D7CA4}">
      <dsp:nvSpPr>
        <dsp:cNvPr id="0" name=""/>
        <dsp:cNvSpPr/>
      </dsp:nvSpPr>
      <dsp:spPr>
        <a:xfrm>
          <a:off x="5823095" y="1659394"/>
          <a:ext cx="4315781" cy="6401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90000"/>
            </a:lnSpc>
            <a:spcBef>
              <a:spcPct val="0"/>
            </a:spcBef>
            <a:spcAft>
              <a:spcPct val="35000"/>
            </a:spcAft>
            <a:buNone/>
            <a:defRPr b="1"/>
          </a:pPr>
          <a:r>
            <a:rPr lang="en-US" sz="3600" kern="1200"/>
            <a:t>High Interactive</a:t>
          </a:r>
        </a:p>
      </dsp:txBody>
      <dsp:txXfrm>
        <a:off x="5823095" y="1659394"/>
        <a:ext cx="4315781" cy="640168"/>
      </dsp:txXfrm>
    </dsp:sp>
    <dsp:sp modelId="{9EF0A823-830E-4658-B318-38A4CAA19613}">
      <dsp:nvSpPr>
        <dsp:cNvPr id="0" name=""/>
        <dsp:cNvSpPr/>
      </dsp:nvSpPr>
      <dsp:spPr>
        <a:xfrm>
          <a:off x="5823095" y="2373508"/>
          <a:ext cx="4315781" cy="13586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Use real services running on real OS</a:t>
          </a:r>
        </a:p>
        <a:p>
          <a:pPr marL="0" lvl="0" indent="0" algn="ctr" defTabSz="755650">
            <a:lnSpc>
              <a:spcPct val="90000"/>
            </a:lnSpc>
            <a:spcBef>
              <a:spcPct val="0"/>
            </a:spcBef>
            <a:spcAft>
              <a:spcPct val="35000"/>
            </a:spcAft>
            <a:buNone/>
          </a:pPr>
          <a:r>
            <a:rPr lang="en-US" sz="1700" kern="1200"/>
            <a:t>Provides realistic environment for the attacker</a:t>
          </a:r>
        </a:p>
        <a:p>
          <a:pPr marL="0" lvl="0" indent="0" algn="ctr" defTabSz="755650">
            <a:lnSpc>
              <a:spcPct val="90000"/>
            </a:lnSpc>
            <a:spcBef>
              <a:spcPct val="0"/>
            </a:spcBef>
            <a:spcAft>
              <a:spcPct val="35000"/>
            </a:spcAft>
            <a:buNone/>
          </a:pPr>
          <a:r>
            <a:rPr lang="en-US" sz="1700" kern="1200"/>
            <a:t>Trickey to implement</a:t>
          </a:r>
        </a:p>
      </dsp:txBody>
      <dsp:txXfrm>
        <a:off x="5823095" y="2373508"/>
        <a:ext cx="4315781" cy="1358669"/>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83429C-81D5-49D2-AAB5-BB42B98CD0C3}">
      <dsp:nvSpPr>
        <dsp:cNvPr id="0" name=""/>
        <dsp:cNvSpPr/>
      </dsp:nvSpPr>
      <dsp:spPr>
        <a:xfrm>
          <a:off x="1891387" y="167246"/>
          <a:ext cx="1510523" cy="138670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1C9A316-94FF-44CF-9D0E-614EEBA5CED5}">
      <dsp:nvSpPr>
        <dsp:cNvPr id="0" name=""/>
        <dsp:cNvSpPr/>
      </dsp:nvSpPr>
      <dsp:spPr>
        <a:xfrm>
          <a:off x="488758" y="1715033"/>
          <a:ext cx="4315781" cy="5943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555750">
            <a:lnSpc>
              <a:spcPct val="90000"/>
            </a:lnSpc>
            <a:spcBef>
              <a:spcPct val="0"/>
            </a:spcBef>
            <a:spcAft>
              <a:spcPct val="35000"/>
            </a:spcAft>
            <a:buNone/>
            <a:defRPr b="1"/>
          </a:pPr>
          <a:r>
            <a:rPr lang="en-US" sz="3500" kern="1200"/>
            <a:t>Research honeypots</a:t>
          </a:r>
        </a:p>
      </dsp:txBody>
      <dsp:txXfrm>
        <a:off x="488758" y="1715033"/>
        <a:ext cx="4315781" cy="594301"/>
      </dsp:txXfrm>
    </dsp:sp>
    <dsp:sp modelId="{E3BD026D-8039-465C-9396-32D1F9420F96}">
      <dsp:nvSpPr>
        <dsp:cNvPr id="0" name=""/>
        <dsp:cNvSpPr/>
      </dsp:nvSpPr>
      <dsp:spPr>
        <a:xfrm>
          <a:off x="488758" y="2384257"/>
          <a:ext cx="4315781" cy="15291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Implement well-known vulnerabilities to lure attackers, and to study their behaviours.</a:t>
          </a:r>
        </a:p>
        <a:p>
          <a:pPr marL="0" lvl="0" indent="0" algn="ctr" defTabSz="755650">
            <a:lnSpc>
              <a:spcPct val="90000"/>
            </a:lnSpc>
            <a:spcBef>
              <a:spcPct val="0"/>
            </a:spcBef>
            <a:spcAft>
              <a:spcPct val="35000"/>
            </a:spcAft>
            <a:buNone/>
          </a:pPr>
          <a:r>
            <a:rPr lang="en-US" sz="1700" kern="1200"/>
            <a:t>Usually used for security training purposes</a:t>
          </a:r>
        </a:p>
      </dsp:txBody>
      <dsp:txXfrm>
        <a:off x="488758" y="2384257"/>
        <a:ext cx="4315781" cy="1529109"/>
      </dsp:txXfrm>
    </dsp:sp>
    <dsp:sp modelId="{BE42B39F-9E49-49DD-B645-38CBAFE8DA3E}">
      <dsp:nvSpPr>
        <dsp:cNvPr id="0" name=""/>
        <dsp:cNvSpPr/>
      </dsp:nvSpPr>
      <dsp:spPr>
        <a:xfrm>
          <a:off x="6962430" y="167246"/>
          <a:ext cx="1510523" cy="138670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FD64E82-E060-45D7-8CFB-7075CE9FF07B}">
      <dsp:nvSpPr>
        <dsp:cNvPr id="0" name=""/>
        <dsp:cNvSpPr/>
      </dsp:nvSpPr>
      <dsp:spPr>
        <a:xfrm>
          <a:off x="5559801" y="1715033"/>
          <a:ext cx="4315781" cy="5943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555750">
            <a:lnSpc>
              <a:spcPct val="90000"/>
            </a:lnSpc>
            <a:spcBef>
              <a:spcPct val="0"/>
            </a:spcBef>
            <a:spcAft>
              <a:spcPct val="35000"/>
            </a:spcAft>
            <a:buNone/>
            <a:defRPr b="1"/>
          </a:pPr>
          <a:r>
            <a:rPr lang="en-US" sz="3500" kern="1200"/>
            <a:t>Production Honeypots</a:t>
          </a:r>
        </a:p>
      </dsp:txBody>
      <dsp:txXfrm>
        <a:off x="5559801" y="1715033"/>
        <a:ext cx="4315781" cy="594301"/>
      </dsp:txXfrm>
    </dsp:sp>
    <dsp:sp modelId="{A15C410F-B9A0-49AF-9834-63C5D5E659B0}">
      <dsp:nvSpPr>
        <dsp:cNvPr id="0" name=""/>
        <dsp:cNvSpPr/>
      </dsp:nvSpPr>
      <dsp:spPr>
        <a:xfrm>
          <a:off x="5559801" y="2384257"/>
          <a:ext cx="4315781" cy="15291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Supposed to be more secure</a:t>
          </a:r>
        </a:p>
        <a:p>
          <a:pPr marL="0" lvl="0" indent="0" algn="ctr" defTabSz="755650">
            <a:lnSpc>
              <a:spcPct val="90000"/>
            </a:lnSpc>
            <a:spcBef>
              <a:spcPct val="0"/>
            </a:spcBef>
            <a:spcAft>
              <a:spcPct val="35000"/>
            </a:spcAft>
            <a:buNone/>
          </a:pPr>
          <a:r>
            <a:rPr lang="en-US" sz="1700" kern="1200"/>
            <a:t>Deployed to defend the system against attackers</a:t>
          </a:r>
        </a:p>
        <a:p>
          <a:pPr marL="0" lvl="0" indent="0" algn="ctr" defTabSz="755650">
            <a:lnSpc>
              <a:spcPct val="90000"/>
            </a:lnSpc>
            <a:spcBef>
              <a:spcPct val="0"/>
            </a:spcBef>
            <a:spcAft>
              <a:spcPct val="35000"/>
            </a:spcAft>
            <a:buNone/>
          </a:pPr>
          <a:r>
            <a:rPr lang="en-US" sz="1700" kern="1200"/>
            <a:t>In best case, will prevent the attacker</a:t>
          </a:r>
        </a:p>
        <a:p>
          <a:pPr marL="0" lvl="0" indent="0" algn="ctr" defTabSz="755650">
            <a:lnSpc>
              <a:spcPct val="90000"/>
            </a:lnSpc>
            <a:spcBef>
              <a:spcPct val="0"/>
            </a:spcBef>
            <a:spcAft>
              <a:spcPct val="35000"/>
            </a:spcAft>
            <a:buNone/>
          </a:pPr>
          <a:r>
            <a:rPr lang="en-US" sz="1700" kern="1200"/>
            <a:t>In average case it will slow down the attacker</a:t>
          </a:r>
        </a:p>
        <a:p>
          <a:pPr marL="0" lvl="0" indent="0" algn="ctr" defTabSz="755650">
            <a:lnSpc>
              <a:spcPct val="90000"/>
            </a:lnSpc>
            <a:spcBef>
              <a:spcPct val="0"/>
            </a:spcBef>
            <a:spcAft>
              <a:spcPct val="35000"/>
            </a:spcAft>
            <a:buNone/>
          </a:pPr>
          <a:r>
            <a:rPr lang="en-US" sz="1700" kern="1200"/>
            <a:t>In worst case it will help the attacker to complete his job</a:t>
          </a:r>
        </a:p>
      </dsp:txBody>
      <dsp:txXfrm>
        <a:off x="5559801" y="2384257"/>
        <a:ext cx="4315781" cy="1529109"/>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3BFE30-E8B5-4C79-B172-152AB65C0583}">
      <dsp:nvSpPr>
        <dsp:cNvPr id="0" name=""/>
        <dsp:cNvSpPr/>
      </dsp:nvSpPr>
      <dsp:spPr>
        <a:xfrm>
          <a:off x="0" y="2121"/>
          <a:ext cx="7216416" cy="107516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F902BF-6BDF-4E8F-A8DB-518B31BE93B3}">
      <dsp:nvSpPr>
        <dsp:cNvPr id="0" name=""/>
        <dsp:cNvSpPr/>
      </dsp:nvSpPr>
      <dsp:spPr>
        <a:xfrm>
          <a:off x="325236" y="244032"/>
          <a:ext cx="591338" cy="59133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5751EB7-C19A-4394-81E9-87D3C02D84AE}">
      <dsp:nvSpPr>
        <dsp:cNvPr id="0" name=""/>
        <dsp:cNvSpPr/>
      </dsp:nvSpPr>
      <dsp:spPr>
        <a:xfrm>
          <a:off x="1241811" y="2121"/>
          <a:ext cx="3247387" cy="10751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88" tIns="113788" rIns="113788" bIns="113788" numCol="1" spcCol="1270" anchor="ctr" anchorCtr="0">
          <a:noAutofit/>
        </a:bodyPr>
        <a:lstStyle/>
        <a:p>
          <a:pPr marL="0" lvl="0" indent="0" algn="l" defTabSz="622300">
            <a:lnSpc>
              <a:spcPct val="90000"/>
            </a:lnSpc>
            <a:spcBef>
              <a:spcPct val="0"/>
            </a:spcBef>
            <a:spcAft>
              <a:spcPct val="35000"/>
            </a:spcAft>
            <a:buNone/>
          </a:pPr>
          <a:r>
            <a:rPr lang="en-US" sz="1400" kern="1200"/>
            <a:t>It is important to emphasize that ICS honeypots present additional requirements compared to traditional ones</a:t>
          </a:r>
        </a:p>
      </dsp:txBody>
      <dsp:txXfrm>
        <a:off x="1241811" y="2121"/>
        <a:ext cx="3247387" cy="1075161"/>
      </dsp:txXfrm>
    </dsp:sp>
    <dsp:sp modelId="{4C6360A9-6E68-4B17-B399-785E94E12E2B}">
      <dsp:nvSpPr>
        <dsp:cNvPr id="0" name=""/>
        <dsp:cNvSpPr/>
      </dsp:nvSpPr>
      <dsp:spPr>
        <a:xfrm>
          <a:off x="4489198" y="2121"/>
          <a:ext cx="2727217" cy="10751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88" tIns="113788" rIns="113788" bIns="113788" numCol="1" spcCol="1270" anchor="ctr" anchorCtr="0">
          <a:noAutofit/>
        </a:bodyPr>
        <a:lstStyle/>
        <a:p>
          <a:pPr marL="0" lvl="0" indent="0" algn="l" defTabSz="488950">
            <a:lnSpc>
              <a:spcPct val="90000"/>
            </a:lnSpc>
            <a:spcBef>
              <a:spcPct val="0"/>
            </a:spcBef>
            <a:spcAft>
              <a:spcPct val="35000"/>
            </a:spcAft>
            <a:buNone/>
          </a:pPr>
          <a:r>
            <a:rPr lang="en-US" sz="1100" kern="1200"/>
            <a:t>Time and Determinism constraints ( the most important two )</a:t>
          </a:r>
        </a:p>
      </dsp:txBody>
      <dsp:txXfrm>
        <a:off x="4489198" y="2121"/>
        <a:ext cx="2727217" cy="1075161"/>
      </dsp:txXfrm>
    </dsp:sp>
    <dsp:sp modelId="{9F612C81-0B86-434E-96A7-9BE6584A2626}">
      <dsp:nvSpPr>
        <dsp:cNvPr id="0" name=""/>
        <dsp:cNvSpPr/>
      </dsp:nvSpPr>
      <dsp:spPr>
        <a:xfrm>
          <a:off x="0" y="1346073"/>
          <a:ext cx="7216416" cy="107516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B8C55ED-2DE5-42F1-9E80-8C5DAD1ACF65}">
      <dsp:nvSpPr>
        <dsp:cNvPr id="0" name=""/>
        <dsp:cNvSpPr/>
      </dsp:nvSpPr>
      <dsp:spPr>
        <a:xfrm>
          <a:off x="325236" y="1587984"/>
          <a:ext cx="591338" cy="59133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1118CEE-9027-4BA5-BC52-7F8310EB1637}">
      <dsp:nvSpPr>
        <dsp:cNvPr id="0" name=""/>
        <dsp:cNvSpPr/>
      </dsp:nvSpPr>
      <dsp:spPr>
        <a:xfrm>
          <a:off x="1241811" y="1346073"/>
          <a:ext cx="5974604" cy="10751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88" tIns="113788" rIns="113788" bIns="113788" numCol="1" spcCol="1270" anchor="ctr" anchorCtr="0">
          <a:noAutofit/>
        </a:bodyPr>
        <a:lstStyle/>
        <a:p>
          <a:pPr marL="0" lvl="0" indent="0" algn="l" defTabSz="622300">
            <a:lnSpc>
              <a:spcPct val="90000"/>
            </a:lnSpc>
            <a:spcBef>
              <a:spcPct val="0"/>
            </a:spcBef>
            <a:spcAft>
              <a:spcPct val="35000"/>
            </a:spcAft>
            <a:buNone/>
          </a:pPr>
          <a:r>
            <a:rPr lang="en-US" sz="1400" kern="1200" dirty="0"/>
            <a:t>ICS devices have to complete a sequence of tasks within a critical time interval, and in precise order, that’s why it uses a Real Time OS with a deterministic scheduler.</a:t>
          </a:r>
        </a:p>
      </dsp:txBody>
      <dsp:txXfrm>
        <a:off x="1241811" y="1346073"/>
        <a:ext cx="5974604" cy="1075161"/>
      </dsp:txXfrm>
    </dsp:sp>
    <dsp:sp modelId="{AE5D237A-A7F8-4923-8B41-A29E5D2ECABA}">
      <dsp:nvSpPr>
        <dsp:cNvPr id="0" name=""/>
        <dsp:cNvSpPr/>
      </dsp:nvSpPr>
      <dsp:spPr>
        <a:xfrm>
          <a:off x="0" y="2690025"/>
          <a:ext cx="7216416" cy="107516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FEBBC7E-AD9A-4FB3-8BB2-CE4C64DFFE91}">
      <dsp:nvSpPr>
        <dsp:cNvPr id="0" name=""/>
        <dsp:cNvSpPr/>
      </dsp:nvSpPr>
      <dsp:spPr>
        <a:xfrm>
          <a:off x="325236" y="2931936"/>
          <a:ext cx="591338" cy="59133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325F19A-DBC2-4107-9044-BBC44D94B210}">
      <dsp:nvSpPr>
        <dsp:cNvPr id="0" name=""/>
        <dsp:cNvSpPr/>
      </dsp:nvSpPr>
      <dsp:spPr>
        <a:xfrm>
          <a:off x="1241811" y="2690025"/>
          <a:ext cx="5974604" cy="10751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88" tIns="113788" rIns="113788" bIns="113788" numCol="1" spcCol="1270" anchor="ctr" anchorCtr="0">
          <a:noAutofit/>
        </a:bodyPr>
        <a:lstStyle/>
        <a:p>
          <a:pPr marL="0" lvl="0" indent="0" algn="l" defTabSz="622300">
            <a:lnSpc>
              <a:spcPct val="90000"/>
            </a:lnSpc>
            <a:spcBef>
              <a:spcPct val="0"/>
            </a:spcBef>
            <a:spcAft>
              <a:spcPct val="35000"/>
            </a:spcAft>
            <a:buNone/>
          </a:pPr>
          <a:r>
            <a:rPr lang="en-US" sz="1400" kern="1200"/>
            <a:t>In the same manner, ICS packets are sent over the network with a specific order, and they had to reach their destinations within a time period, that’s why industrial protocols, such as Ethernet/IP, are extended with special application layer features to address these requirements</a:t>
          </a:r>
        </a:p>
      </dsp:txBody>
      <dsp:txXfrm>
        <a:off x="1241811" y="2690025"/>
        <a:ext cx="5974604" cy="1075161"/>
      </dsp:txXfrm>
    </dsp:sp>
    <dsp:sp modelId="{E69D743C-9591-4E27-BAF8-A0266DCB52CF}">
      <dsp:nvSpPr>
        <dsp:cNvPr id="0" name=""/>
        <dsp:cNvSpPr/>
      </dsp:nvSpPr>
      <dsp:spPr>
        <a:xfrm>
          <a:off x="0" y="4033977"/>
          <a:ext cx="7216416" cy="107516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9B5E0B2-4DFF-42EF-94E4-220B13AFB8CE}">
      <dsp:nvSpPr>
        <dsp:cNvPr id="0" name=""/>
        <dsp:cNvSpPr/>
      </dsp:nvSpPr>
      <dsp:spPr>
        <a:xfrm>
          <a:off x="325236" y="4275888"/>
          <a:ext cx="591338" cy="59133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002321A-6B93-4F2A-BBC0-D017D38D20A0}">
      <dsp:nvSpPr>
        <dsp:cNvPr id="0" name=""/>
        <dsp:cNvSpPr/>
      </dsp:nvSpPr>
      <dsp:spPr>
        <a:xfrm>
          <a:off x="1241811" y="4033977"/>
          <a:ext cx="5974604" cy="10751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88" tIns="113788" rIns="113788" bIns="113788" numCol="1" spcCol="1270" anchor="ctr" anchorCtr="0">
          <a:noAutofit/>
        </a:bodyPr>
        <a:lstStyle/>
        <a:p>
          <a:pPr marL="0" lvl="0" indent="0" algn="l" defTabSz="622300">
            <a:lnSpc>
              <a:spcPct val="90000"/>
            </a:lnSpc>
            <a:spcBef>
              <a:spcPct val="0"/>
            </a:spcBef>
            <a:spcAft>
              <a:spcPct val="35000"/>
            </a:spcAft>
            <a:buNone/>
          </a:pPr>
          <a:r>
            <a:rPr lang="en-US" sz="1400" kern="1200"/>
            <a:t>If these constraints are not satisfied, the attacker can easily detect the honeypot with simple tests.</a:t>
          </a:r>
        </a:p>
      </dsp:txBody>
      <dsp:txXfrm>
        <a:off x="1241811" y="4033977"/>
        <a:ext cx="5974604" cy="1075161"/>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C82B5C-A45D-4E3A-80B8-B01934FC8CE1}">
      <dsp:nvSpPr>
        <dsp:cNvPr id="0" name=""/>
        <dsp:cNvSpPr/>
      </dsp:nvSpPr>
      <dsp:spPr>
        <a:xfrm>
          <a:off x="212" y="328325"/>
          <a:ext cx="2568514" cy="3082217"/>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3712" tIns="0" rIns="253712" bIns="330200" numCol="1" spcCol="1270" anchor="t" anchorCtr="0">
          <a:noAutofit/>
        </a:bodyPr>
        <a:lstStyle/>
        <a:p>
          <a:pPr marL="0" lvl="0" indent="0" algn="l" defTabSz="933450">
            <a:lnSpc>
              <a:spcPct val="90000"/>
            </a:lnSpc>
            <a:spcBef>
              <a:spcPct val="0"/>
            </a:spcBef>
            <a:spcAft>
              <a:spcPct val="35000"/>
            </a:spcAft>
            <a:buNone/>
          </a:pPr>
          <a:r>
            <a:rPr lang="en-US" sz="2100" kern="1200"/>
            <a:t>Attacker reaches honeypot via internet</a:t>
          </a:r>
        </a:p>
      </dsp:txBody>
      <dsp:txXfrm>
        <a:off x="212" y="1561212"/>
        <a:ext cx="2568514" cy="1849330"/>
      </dsp:txXfrm>
    </dsp:sp>
    <dsp:sp modelId="{4E483734-740B-434C-8B7A-F173E8677585}">
      <dsp:nvSpPr>
        <dsp:cNvPr id="0" name=""/>
        <dsp:cNvSpPr/>
      </dsp:nvSpPr>
      <dsp:spPr>
        <a:xfrm>
          <a:off x="212" y="328325"/>
          <a:ext cx="2568514" cy="1232887"/>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53712" tIns="165100" rIns="253712" bIns="165100" numCol="1" spcCol="1270" anchor="ctr" anchorCtr="0">
          <a:noAutofit/>
        </a:bodyPr>
        <a:lstStyle/>
        <a:p>
          <a:pPr marL="0" lvl="0" indent="0" algn="l" defTabSz="2889250">
            <a:lnSpc>
              <a:spcPct val="90000"/>
            </a:lnSpc>
            <a:spcBef>
              <a:spcPct val="0"/>
            </a:spcBef>
            <a:spcAft>
              <a:spcPct val="35000"/>
            </a:spcAft>
            <a:buNone/>
          </a:pPr>
          <a:r>
            <a:rPr lang="en-US" sz="6500" kern="1200"/>
            <a:t>01</a:t>
          </a:r>
        </a:p>
      </dsp:txBody>
      <dsp:txXfrm>
        <a:off x="212" y="328325"/>
        <a:ext cx="2568514" cy="1232887"/>
      </dsp:txXfrm>
    </dsp:sp>
    <dsp:sp modelId="{AFB04C06-476F-48E6-B528-4DB249D5F5E7}">
      <dsp:nvSpPr>
        <dsp:cNvPr id="0" name=""/>
        <dsp:cNvSpPr/>
      </dsp:nvSpPr>
      <dsp:spPr>
        <a:xfrm>
          <a:off x="2774208" y="328325"/>
          <a:ext cx="2568514" cy="3082217"/>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3712" tIns="0" rIns="253712" bIns="330200" numCol="1" spcCol="1270" anchor="t" anchorCtr="0">
          <a:noAutofit/>
        </a:bodyPr>
        <a:lstStyle/>
        <a:p>
          <a:pPr marL="0" lvl="0" indent="0" algn="l" defTabSz="933450">
            <a:lnSpc>
              <a:spcPct val="90000"/>
            </a:lnSpc>
            <a:spcBef>
              <a:spcPct val="0"/>
            </a:spcBef>
            <a:spcAft>
              <a:spcPct val="35000"/>
            </a:spcAft>
            <a:buNone/>
          </a:pPr>
          <a:r>
            <a:rPr lang="en-US" sz="2100" kern="1200"/>
            <a:t>Can perform active and passive reconnaissance</a:t>
          </a:r>
        </a:p>
      </dsp:txBody>
      <dsp:txXfrm>
        <a:off x="2774208" y="1561212"/>
        <a:ext cx="2568514" cy="1849330"/>
      </dsp:txXfrm>
    </dsp:sp>
    <dsp:sp modelId="{C3E96C6E-4446-4B13-86E7-404EADBDEFAA}">
      <dsp:nvSpPr>
        <dsp:cNvPr id="0" name=""/>
        <dsp:cNvSpPr/>
      </dsp:nvSpPr>
      <dsp:spPr>
        <a:xfrm>
          <a:off x="2774208" y="328325"/>
          <a:ext cx="2568514" cy="1232887"/>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53712" tIns="165100" rIns="253712" bIns="165100" numCol="1" spcCol="1270" anchor="ctr" anchorCtr="0">
          <a:noAutofit/>
        </a:bodyPr>
        <a:lstStyle/>
        <a:p>
          <a:pPr marL="0" lvl="0" indent="0" algn="l" defTabSz="2889250">
            <a:lnSpc>
              <a:spcPct val="90000"/>
            </a:lnSpc>
            <a:spcBef>
              <a:spcPct val="0"/>
            </a:spcBef>
            <a:spcAft>
              <a:spcPct val="35000"/>
            </a:spcAft>
            <a:buNone/>
          </a:pPr>
          <a:r>
            <a:rPr lang="en-US" sz="6500" kern="1200"/>
            <a:t>02</a:t>
          </a:r>
        </a:p>
      </dsp:txBody>
      <dsp:txXfrm>
        <a:off x="2774208" y="328325"/>
        <a:ext cx="2568514" cy="1232887"/>
      </dsp:txXfrm>
    </dsp:sp>
    <dsp:sp modelId="{39066972-4E03-410D-93F1-3797645EC5E7}">
      <dsp:nvSpPr>
        <dsp:cNvPr id="0" name=""/>
        <dsp:cNvSpPr/>
      </dsp:nvSpPr>
      <dsp:spPr>
        <a:xfrm>
          <a:off x="5548205" y="328325"/>
          <a:ext cx="2568514" cy="3082217"/>
        </a:xfrm>
        <a:prstGeom prst="rect">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3712" tIns="0" rIns="253712" bIns="330200" numCol="1" spcCol="1270" anchor="t" anchorCtr="0">
          <a:noAutofit/>
        </a:bodyPr>
        <a:lstStyle/>
        <a:p>
          <a:pPr marL="0" lvl="0" indent="0" algn="l" defTabSz="933450">
            <a:lnSpc>
              <a:spcPct val="90000"/>
            </a:lnSpc>
            <a:spcBef>
              <a:spcPct val="0"/>
            </a:spcBef>
            <a:spcAft>
              <a:spcPct val="35000"/>
            </a:spcAft>
            <a:buNone/>
          </a:pPr>
          <a:r>
            <a:rPr lang="en-US" sz="2100" kern="1200"/>
            <a:t>Can try DoS, MITM, and logic manipulation attacks</a:t>
          </a:r>
        </a:p>
      </dsp:txBody>
      <dsp:txXfrm>
        <a:off x="5548205" y="1561212"/>
        <a:ext cx="2568514" cy="1849330"/>
      </dsp:txXfrm>
    </dsp:sp>
    <dsp:sp modelId="{5A2F197C-16D1-4D4B-9295-73709BCDCF1F}">
      <dsp:nvSpPr>
        <dsp:cNvPr id="0" name=""/>
        <dsp:cNvSpPr/>
      </dsp:nvSpPr>
      <dsp:spPr>
        <a:xfrm>
          <a:off x="5548205" y="328325"/>
          <a:ext cx="2568514" cy="1232887"/>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53712" tIns="165100" rIns="253712" bIns="165100" numCol="1" spcCol="1270" anchor="ctr" anchorCtr="0">
          <a:noAutofit/>
        </a:bodyPr>
        <a:lstStyle/>
        <a:p>
          <a:pPr marL="0" lvl="0" indent="0" algn="l" defTabSz="2889250">
            <a:lnSpc>
              <a:spcPct val="90000"/>
            </a:lnSpc>
            <a:spcBef>
              <a:spcPct val="0"/>
            </a:spcBef>
            <a:spcAft>
              <a:spcPct val="35000"/>
            </a:spcAft>
            <a:buNone/>
          </a:pPr>
          <a:r>
            <a:rPr lang="en-US" sz="6500" kern="1200"/>
            <a:t>03</a:t>
          </a:r>
        </a:p>
      </dsp:txBody>
      <dsp:txXfrm>
        <a:off x="5548205" y="328325"/>
        <a:ext cx="2568514" cy="1232887"/>
      </dsp:txXfrm>
    </dsp:sp>
    <dsp:sp modelId="{280FB0F8-083D-4EAD-81DE-DFA91ABE087F}">
      <dsp:nvSpPr>
        <dsp:cNvPr id="0" name=""/>
        <dsp:cNvSpPr/>
      </dsp:nvSpPr>
      <dsp:spPr>
        <a:xfrm>
          <a:off x="8322201" y="328325"/>
          <a:ext cx="2568514" cy="3082217"/>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3712" tIns="0" rIns="253712" bIns="330200" numCol="1" spcCol="1270" anchor="t" anchorCtr="0">
          <a:noAutofit/>
        </a:bodyPr>
        <a:lstStyle/>
        <a:p>
          <a:pPr marL="0" lvl="0" indent="0" algn="l" defTabSz="933450">
            <a:lnSpc>
              <a:spcPct val="90000"/>
            </a:lnSpc>
            <a:spcBef>
              <a:spcPct val="0"/>
            </a:spcBef>
            <a:spcAft>
              <a:spcPct val="35000"/>
            </a:spcAft>
            <a:buNone/>
          </a:pPr>
          <a:r>
            <a:rPr lang="en-US" sz="2100" kern="1200"/>
            <a:t>Limited to network-based access through intentionally exposed services</a:t>
          </a:r>
        </a:p>
      </dsp:txBody>
      <dsp:txXfrm>
        <a:off x="8322201" y="1561212"/>
        <a:ext cx="2568514" cy="1849330"/>
      </dsp:txXfrm>
    </dsp:sp>
    <dsp:sp modelId="{EC2F2823-37C0-4C0F-9659-1431917CD00F}">
      <dsp:nvSpPr>
        <dsp:cNvPr id="0" name=""/>
        <dsp:cNvSpPr/>
      </dsp:nvSpPr>
      <dsp:spPr>
        <a:xfrm>
          <a:off x="8322201" y="328325"/>
          <a:ext cx="2568514" cy="1232887"/>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53712" tIns="165100" rIns="253712" bIns="165100" numCol="1" spcCol="1270" anchor="ctr" anchorCtr="0">
          <a:noAutofit/>
        </a:bodyPr>
        <a:lstStyle/>
        <a:p>
          <a:pPr marL="0" lvl="0" indent="0" algn="l" defTabSz="2889250">
            <a:lnSpc>
              <a:spcPct val="90000"/>
            </a:lnSpc>
            <a:spcBef>
              <a:spcPct val="0"/>
            </a:spcBef>
            <a:spcAft>
              <a:spcPct val="35000"/>
            </a:spcAft>
            <a:buNone/>
          </a:pPr>
          <a:r>
            <a:rPr lang="en-US" sz="6500" kern="1200"/>
            <a:t>04</a:t>
          </a:r>
        </a:p>
      </dsp:txBody>
      <dsp:txXfrm>
        <a:off x="8322201" y="328325"/>
        <a:ext cx="2568514" cy="1232887"/>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9D7FA3-C9CD-4215-807A-2B1398595FC2}">
      <dsp:nvSpPr>
        <dsp:cNvPr id="0" name=""/>
        <dsp:cNvSpPr/>
      </dsp:nvSpPr>
      <dsp:spPr>
        <a:xfrm>
          <a:off x="0" y="623"/>
          <a:ext cx="7216416" cy="52410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457CFF4-6C80-48EC-9023-BA2805880AF3}">
      <dsp:nvSpPr>
        <dsp:cNvPr id="0" name=""/>
        <dsp:cNvSpPr/>
      </dsp:nvSpPr>
      <dsp:spPr>
        <a:xfrm>
          <a:off x="158541" y="118547"/>
          <a:ext cx="288257" cy="28825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AC8262D-4401-4A3E-8E21-6BF336ECA5E6}">
      <dsp:nvSpPr>
        <dsp:cNvPr id="0" name=""/>
        <dsp:cNvSpPr/>
      </dsp:nvSpPr>
      <dsp:spPr>
        <a:xfrm>
          <a:off x="605339" y="623"/>
          <a:ext cx="3247387" cy="5241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5468" tIns="55468" rIns="55468" bIns="55468" numCol="1" spcCol="1270" anchor="ctr" anchorCtr="0">
          <a:noAutofit/>
        </a:bodyPr>
        <a:lstStyle/>
        <a:p>
          <a:pPr marL="0" lvl="0" indent="0" algn="l" defTabSz="711200">
            <a:lnSpc>
              <a:spcPct val="90000"/>
            </a:lnSpc>
            <a:spcBef>
              <a:spcPct val="0"/>
            </a:spcBef>
            <a:spcAft>
              <a:spcPct val="35000"/>
            </a:spcAft>
            <a:buNone/>
          </a:pPr>
          <a:r>
            <a:rPr lang="en-US" sz="1600" kern="1200"/>
            <a:t>Network Parameters:</a:t>
          </a:r>
        </a:p>
      </dsp:txBody>
      <dsp:txXfrm>
        <a:off x="605339" y="623"/>
        <a:ext cx="3247387" cy="524103"/>
      </dsp:txXfrm>
    </dsp:sp>
    <dsp:sp modelId="{61809EE8-FFF2-442B-BF88-F7C08DD74B98}">
      <dsp:nvSpPr>
        <dsp:cNvPr id="0" name=""/>
        <dsp:cNvSpPr/>
      </dsp:nvSpPr>
      <dsp:spPr>
        <a:xfrm>
          <a:off x="3852727" y="623"/>
          <a:ext cx="3363688" cy="5241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5468" tIns="55468" rIns="55468" bIns="55468" numCol="1" spcCol="1270" anchor="ctr" anchorCtr="0">
          <a:noAutofit/>
        </a:bodyPr>
        <a:lstStyle/>
        <a:p>
          <a:pPr marL="0" lvl="0" indent="0" algn="l" defTabSz="666750">
            <a:lnSpc>
              <a:spcPct val="90000"/>
            </a:lnSpc>
            <a:spcBef>
              <a:spcPct val="0"/>
            </a:spcBef>
            <a:spcAft>
              <a:spcPct val="35000"/>
            </a:spcAft>
            <a:buNone/>
          </a:pPr>
          <a:r>
            <a:rPr lang="en-US" sz="1500" kern="1200"/>
            <a:t>IP, MAC, and netmask addresses</a:t>
          </a:r>
        </a:p>
      </dsp:txBody>
      <dsp:txXfrm>
        <a:off x="3852727" y="623"/>
        <a:ext cx="3363688" cy="524103"/>
      </dsp:txXfrm>
    </dsp:sp>
    <dsp:sp modelId="{87553B90-98CE-4C5F-B11C-52F6B8F6ADA1}">
      <dsp:nvSpPr>
        <dsp:cNvPr id="0" name=""/>
        <dsp:cNvSpPr/>
      </dsp:nvSpPr>
      <dsp:spPr>
        <a:xfrm>
          <a:off x="0" y="655753"/>
          <a:ext cx="7216416" cy="52410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AB90D7C-0361-48EC-AF4F-F53F52E79355}">
      <dsp:nvSpPr>
        <dsp:cNvPr id="0" name=""/>
        <dsp:cNvSpPr/>
      </dsp:nvSpPr>
      <dsp:spPr>
        <a:xfrm>
          <a:off x="158541" y="773677"/>
          <a:ext cx="288257" cy="28825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916ED22-EC4C-413E-AFAB-3FB0184763A9}">
      <dsp:nvSpPr>
        <dsp:cNvPr id="0" name=""/>
        <dsp:cNvSpPr/>
      </dsp:nvSpPr>
      <dsp:spPr>
        <a:xfrm>
          <a:off x="605339" y="655753"/>
          <a:ext cx="3247387" cy="5241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5468" tIns="55468" rIns="55468" bIns="55468" numCol="1" spcCol="1270" anchor="ctr" anchorCtr="0">
          <a:noAutofit/>
        </a:bodyPr>
        <a:lstStyle/>
        <a:p>
          <a:pPr marL="0" lvl="0" indent="0" algn="l" defTabSz="711200">
            <a:lnSpc>
              <a:spcPct val="90000"/>
            </a:lnSpc>
            <a:spcBef>
              <a:spcPct val="0"/>
            </a:spcBef>
            <a:spcAft>
              <a:spcPct val="35000"/>
            </a:spcAft>
            <a:buNone/>
          </a:pPr>
          <a:r>
            <a:rPr lang="en-US" sz="1600" kern="1200"/>
            <a:t>Link Shaping: </a:t>
          </a:r>
        </a:p>
      </dsp:txBody>
      <dsp:txXfrm>
        <a:off x="605339" y="655753"/>
        <a:ext cx="3247387" cy="524103"/>
      </dsp:txXfrm>
    </dsp:sp>
    <dsp:sp modelId="{302AB2F8-4920-4932-A6C2-629814EDB75C}">
      <dsp:nvSpPr>
        <dsp:cNvPr id="0" name=""/>
        <dsp:cNvSpPr/>
      </dsp:nvSpPr>
      <dsp:spPr>
        <a:xfrm>
          <a:off x="3852727" y="655753"/>
          <a:ext cx="3363688" cy="5241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5468" tIns="55468" rIns="55468" bIns="55468" numCol="1" spcCol="1270" anchor="ctr" anchorCtr="0">
          <a:noAutofit/>
        </a:bodyPr>
        <a:lstStyle/>
        <a:p>
          <a:pPr marL="0" lvl="0" indent="0" algn="l" defTabSz="666750">
            <a:lnSpc>
              <a:spcPct val="90000"/>
            </a:lnSpc>
            <a:spcBef>
              <a:spcPct val="0"/>
            </a:spcBef>
            <a:spcAft>
              <a:spcPct val="35000"/>
            </a:spcAft>
            <a:buNone/>
          </a:pPr>
          <a:r>
            <a:rPr lang="en-US" sz="1500" kern="1200"/>
            <a:t>Average packet loss, delay, and bandwidth</a:t>
          </a:r>
        </a:p>
      </dsp:txBody>
      <dsp:txXfrm>
        <a:off x="3852727" y="655753"/>
        <a:ext cx="3363688" cy="524103"/>
      </dsp:txXfrm>
    </dsp:sp>
    <dsp:sp modelId="{20C4A704-59D6-4F82-8E6A-8060EDC72F5E}">
      <dsp:nvSpPr>
        <dsp:cNvPr id="0" name=""/>
        <dsp:cNvSpPr/>
      </dsp:nvSpPr>
      <dsp:spPr>
        <a:xfrm>
          <a:off x="0" y="1310883"/>
          <a:ext cx="7216416" cy="52410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234EE71-9005-426D-839A-C90F587BBBFC}">
      <dsp:nvSpPr>
        <dsp:cNvPr id="0" name=""/>
        <dsp:cNvSpPr/>
      </dsp:nvSpPr>
      <dsp:spPr>
        <a:xfrm>
          <a:off x="158541" y="1428806"/>
          <a:ext cx="288257" cy="28825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4AA041F-6D0F-46D5-B1CC-C0524F0A1AF1}">
      <dsp:nvSpPr>
        <dsp:cNvPr id="0" name=""/>
        <dsp:cNvSpPr/>
      </dsp:nvSpPr>
      <dsp:spPr>
        <a:xfrm>
          <a:off x="605339" y="1310883"/>
          <a:ext cx="3247387" cy="5241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5468" tIns="55468" rIns="55468" bIns="55468" numCol="1" spcCol="1270" anchor="ctr" anchorCtr="0">
          <a:noAutofit/>
        </a:bodyPr>
        <a:lstStyle/>
        <a:p>
          <a:pPr marL="0" lvl="0" indent="0" algn="l" defTabSz="711200">
            <a:lnSpc>
              <a:spcPct val="90000"/>
            </a:lnSpc>
            <a:spcBef>
              <a:spcPct val="0"/>
            </a:spcBef>
            <a:spcAft>
              <a:spcPct val="35000"/>
            </a:spcAft>
            <a:buNone/>
          </a:pPr>
          <a:r>
            <a:rPr lang="en-US" sz="1600" kern="1200"/>
            <a:t>Infrastructure: </a:t>
          </a:r>
        </a:p>
      </dsp:txBody>
      <dsp:txXfrm>
        <a:off x="605339" y="1310883"/>
        <a:ext cx="3247387" cy="524103"/>
      </dsp:txXfrm>
    </dsp:sp>
    <dsp:sp modelId="{4F830ACB-4563-4387-B77F-215B20E17D5D}">
      <dsp:nvSpPr>
        <dsp:cNvPr id="0" name=""/>
        <dsp:cNvSpPr/>
      </dsp:nvSpPr>
      <dsp:spPr>
        <a:xfrm>
          <a:off x="3852727" y="1310883"/>
          <a:ext cx="3363688" cy="5241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5468" tIns="55468" rIns="55468" bIns="55468" numCol="1" spcCol="1270" anchor="ctr" anchorCtr="0">
          <a:noAutofit/>
        </a:bodyPr>
        <a:lstStyle/>
        <a:p>
          <a:pPr marL="0" lvl="0" indent="0" algn="l" defTabSz="666750">
            <a:lnSpc>
              <a:spcPct val="90000"/>
            </a:lnSpc>
            <a:spcBef>
              <a:spcPct val="0"/>
            </a:spcBef>
            <a:spcAft>
              <a:spcPct val="35000"/>
            </a:spcAft>
            <a:buNone/>
          </a:pPr>
          <a:r>
            <a:rPr lang="en-US" sz="1500" kern="1200"/>
            <a:t>The network topology</a:t>
          </a:r>
        </a:p>
      </dsp:txBody>
      <dsp:txXfrm>
        <a:off x="3852727" y="1310883"/>
        <a:ext cx="3363688" cy="524103"/>
      </dsp:txXfrm>
    </dsp:sp>
    <dsp:sp modelId="{C7828337-4658-423C-8034-A7F706CDB509}">
      <dsp:nvSpPr>
        <dsp:cNvPr id="0" name=""/>
        <dsp:cNvSpPr/>
      </dsp:nvSpPr>
      <dsp:spPr>
        <a:xfrm>
          <a:off x="0" y="1966013"/>
          <a:ext cx="7216416" cy="52410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4145D3A-9382-4483-988A-9DDAF75967B3}">
      <dsp:nvSpPr>
        <dsp:cNvPr id="0" name=""/>
        <dsp:cNvSpPr/>
      </dsp:nvSpPr>
      <dsp:spPr>
        <a:xfrm>
          <a:off x="158541" y="2083936"/>
          <a:ext cx="288257" cy="28825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6C9586D-89A3-4C85-B00E-AE5180092512}">
      <dsp:nvSpPr>
        <dsp:cNvPr id="0" name=""/>
        <dsp:cNvSpPr/>
      </dsp:nvSpPr>
      <dsp:spPr>
        <a:xfrm>
          <a:off x="605339" y="1966013"/>
          <a:ext cx="3247387" cy="5241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5468" tIns="55468" rIns="55468" bIns="55468" numCol="1" spcCol="1270" anchor="ctr" anchorCtr="0">
          <a:noAutofit/>
        </a:bodyPr>
        <a:lstStyle/>
        <a:p>
          <a:pPr marL="0" lvl="0" indent="0" algn="l" defTabSz="711200">
            <a:lnSpc>
              <a:spcPct val="90000"/>
            </a:lnSpc>
            <a:spcBef>
              <a:spcPct val="0"/>
            </a:spcBef>
            <a:spcAft>
              <a:spcPct val="35000"/>
            </a:spcAft>
            <a:buNone/>
          </a:pPr>
          <a:r>
            <a:rPr lang="en-US" sz="1600" kern="1200"/>
            <a:t>Protocols:</a:t>
          </a:r>
        </a:p>
      </dsp:txBody>
      <dsp:txXfrm>
        <a:off x="605339" y="1966013"/>
        <a:ext cx="3247387" cy="524103"/>
      </dsp:txXfrm>
    </dsp:sp>
    <dsp:sp modelId="{CE06DC3B-C72C-4E5E-A47C-27B4B82B51D0}">
      <dsp:nvSpPr>
        <dsp:cNvPr id="0" name=""/>
        <dsp:cNvSpPr/>
      </dsp:nvSpPr>
      <dsp:spPr>
        <a:xfrm>
          <a:off x="3852727" y="1966013"/>
          <a:ext cx="3363688" cy="5241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5468" tIns="55468" rIns="55468" bIns="55468" numCol="1" spcCol="1270" anchor="ctr" anchorCtr="0">
          <a:noAutofit/>
        </a:bodyPr>
        <a:lstStyle/>
        <a:p>
          <a:pPr marL="0" lvl="0" indent="0" algn="l" defTabSz="666750">
            <a:lnSpc>
              <a:spcPct val="90000"/>
            </a:lnSpc>
            <a:spcBef>
              <a:spcPct val="0"/>
            </a:spcBef>
            <a:spcAft>
              <a:spcPct val="35000"/>
            </a:spcAft>
            <a:buNone/>
          </a:pPr>
          <a:r>
            <a:rPr lang="en-US" sz="1500" kern="1200"/>
            <a:t>Communication between devices</a:t>
          </a:r>
        </a:p>
      </dsp:txBody>
      <dsp:txXfrm>
        <a:off x="3852727" y="1966013"/>
        <a:ext cx="3363688" cy="524103"/>
      </dsp:txXfrm>
    </dsp:sp>
    <dsp:sp modelId="{2A230366-5834-41C1-819F-D85648823050}">
      <dsp:nvSpPr>
        <dsp:cNvPr id="0" name=""/>
        <dsp:cNvSpPr/>
      </dsp:nvSpPr>
      <dsp:spPr>
        <a:xfrm>
          <a:off x="0" y="2621142"/>
          <a:ext cx="7216416" cy="52410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E383E6A-DF24-41F4-9573-F35601085B0B}">
      <dsp:nvSpPr>
        <dsp:cNvPr id="0" name=""/>
        <dsp:cNvSpPr/>
      </dsp:nvSpPr>
      <dsp:spPr>
        <a:xfrm>
          <a:off x="158541" y="2739066"/>
          <a:ext cx="288257" cy="288257"/>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D34C014-78EF-49B6-916A-9340129CD5DF}">
      <dsp:nvSpPr>
        <dsp:cNvPr id="0" name=""/>
        <dsp:cNvSpPr/>
      </dsp:nvSpPr>
      <dsp:spPr>
        <a:xfrm>
          <a:off x="605339" y="2621142"/>
          <a:ext cx="3247387" cy="5241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5468" tIns="55468" rIns="55468" bIns="55468" numCol="1" spcCol="1270" anchor="ctr" anchorCtr="0">
          <a:noAutofit/>
        </a:bodyPr>
        <a:lstStyle/>
        <a:p>
          <a:pPr marL="0" lvl="0" indent="0" algn="l" defTabSz="711200">
            <a:lnSpc>
              <a:spcPct val="90000"/>
            </a:lnSpc>
            <a:spcBef>
              <a:spcPct val="0"/>
            </a:spcBef>
            <a:spcAft>
              <a:spcPct val="35000"/>
            </a:spcAft>
            <a:buNone/>
          </a:pPr>
          <a:r>
            <a:rPr lang="en-US" sz="1600" kern="1200"/>
            <a:t>Advanced traffic properties</a:t>
          </a:r>
        </a:p>
      </dsp:txBody>
      <dsp:txXfrm>
        <a:off x="605339" y="2621142"/>
        <a:ext cx="3247387" cy="524103"/>
      </dsp:txXfrm>
    </dsp:sp>
    <dsp:sp modelId="{864DAFFD-9896-4B02-9E49-9077C196B931}">
      <dsp:nvSpPr>
        <dsp:cNvPr id="0" name=""/>
        <dsp:cNvSpPr/>
      </dsp:nvSpPr>
      <dsp:spPr>
        <a:xfrm>
          <a:off x="3852727" y="2621142"/>
          <a:ext cx="3363688" cy="5241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5468" tIns="55468" rIns="55468" bIns="55468" numCol="1" spcCol="1270" anchor="ctr" anchorCtr="0">
          <a:noAutofit/>
        </a:bodyPr>
        <a:lstStyle/>
        <a:p>
          <a:pPr marL="0" lvl="0" indent="0" algn="l" defTabSz="666750">
            <a:lnSpc>
              <a:spcPct val="90000"/>
            </a:lnSpc>
            <a:spcBef>
              <a:spcPct val="0"/>
            </a:spcBef>
            <a:spcAft>
              <a:spcPct val="35000"/>
            </a:spcAft>
            <a:buNone/>
          </a:pPr>
          <a:r>
            <a:rPr lang="en-US" sz="1500" kern="1200"/>
            <a:t>Perfect sequence of messages, and delay</a:t>
          </a:r>
        </a:p>
      </dsp:txBody>
      <dsp:txXfrm>
        <a:off x="3852727" y="2621142"/>
        <a:ext cx="3363688" cy="524103"/>
      </dsp:txXfrm>
    </dsp:sp>
    <dsp:sp modelId="{BC905ADC-A9D0-4B6A-B93E-2965A3DE4FE3}">
      <dsp:nvSpPr>
        <dsp:cNvPr id="0" name=""/>
        <dsp:cNvSpPr/>
      </dsp:nvSpPr>
      <dsp:spPr>
        <a:xfrm>
          <a:off x="0" y="3276272"/>
          <a:ext cx="7216416" cy="52410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E10016B-2FC3-4F33-A785-6A98C803D128}">
      <dsp:nvSpPr>
        <dsp:cNvPr id="0" name=""/>
        <dsp:cNvSpPr/>
      </dsp:nvSpPr>
      <dsp:spPr>
        <a:xfrm>
          <a:off x="158541" y="3394196"/>
          <a:ext cx="288257" cy="288257"/>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ED6D34E-6A02-4D67-B7BA-EE965AA57D5E}">
      <dsp:nvSpPr>
        <dsp:cNvPr id="0" name=""/>
        <dsp:cNvSpPr/>
      </dsp:nvSpPr>
      <dsp:spPr>
        <a:xfrm>
          <a:off x="605339" y="3276272"/>
          <a:ext cx="3247387" cy="5241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5468" tIns="55468" rIns="55468" bIns="55468" numCol="1" spcCol="1270" anchor="ctr" anchorCtr="0">
          <a:noAutofit/>
        </a:bodyPr>
        <a:lstStyle/>
        <a:p>
          <a:pPr marL="0" lvl="0" indent="0" algn="l" defTabSz="711200">
            <a:lnSpc>
              <a:spcPct val="90000"/>
            </a:lnSpc>
            <a:spcBef>
              <a:spcPct val="0"/>
            </a:spcBef>
            <a:spcAft>
              <a:spcPct val="35000"/>
            </a:spcAft>
            <a:buNone/>
          </a:pPr>
          <a:r>
            <a:rPr lang="en-US" sz="1600" kern="1200"/>
            <a:t>Process: </a:t>
          </a:r>
        </a:p>
      </dsp:txBody>
      <dsp:txXfrm>
        <a:off x="605339" y="3276272"/>
        <a:ext cx="3247387" cy="524103"/>
      </dsp:txXfrm>
    </dsp:sp>
    <dsp:sp modelId="{50104DFA-E558-405C-86DA-5724AF935863}">
      <dsp:nvSpPr>
        <dsp:cNvPr id="0" name=""/>
        <dsp:cNvSpPr/>
      </dsp:nvSpPr>
      <dsp:spPr>
        <a:xfrm>
          <a:off x="3852727" y="3276272"/>
          <a:ext cx="3363688" cy="5241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5468" tIns="55468" rIns="55468" bIns="55468" numCol="1" spcCol="1270" anchor="ctr" anchorCtr="0">
          <a:noAutofit/>
        </a:bodyPr>
        <a:lstStyle/>
        <a:p>
          <a:pPr marL="0" lvl="0" indent="0" algn="l" defTabSz="666750">
            <a:lnSpc>
              <a:spcPct val="90000"/>
            </a:lnSpc>
            <a:spcBef>
              <a:spcPct val="0"/>
            </a:spcBef>
            <a:spcAft>
              <a:spcPct val="35000"/>
            </a:spcAft>
            <a:buNone/>
          </a:pPr>
          <a:r>
            <a:rPr lang="en-US" sz="1500" kern="1200"/>
            <a:t>The physical process simulation</a:t>
          </a:r>
        </a:p>
      </dsp:txBody>
      <dsp:txXfrm>
        <a:off x="3852727" y="3276272"/>
        <a:ext cx="3363688" cy="524103"/>
      </dsp:txXfrm>
    </dsp:sp>
    <dsp:sp modelId="{6FAB8C98-8D1C-4664-8F95-8F3B59463583}">
      <dsp:nvSpPr>
        <dsp:cNvPr id="0" name=""/>
        <dsp:cNvSpPr/>
      </dsp:nvSpPr>
      <dsp:spPr>
        <a:xfrm>
          <a:off x="0" y="3931402"/>
          <a:ext cx="7216416" cy="52410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5ADE887-5E19-47E3-A2F0-A3922492FEEC}">
      <dsp:nvSpPr>
        <dsp:cNvPr id="0" name=""/>
        <dsp:cNvSpPr/>
      </dsp:nvSpPr>
      <dsp:spPr>
        <a:xfrm>
          <a:off x="158541" y="4049325"/>
          <a:ext cx="288257" cy="288257"/>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0790E0C-2142-41AB-A4EC-52FAC4117889}">
      <dsp:nvSpPr>
        <dsp:cNvPr id="0" name=""/>
        <dsp:cNvSpPr/>
      </dsp:nvSpPr>
      <dsp:spPr>
        <a:xfrm>
          <a:off x="605339" y="3931402"/>
          <a:ext cx="3247387" cy="5241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5468" tIns="55468" rIns="55468" bIns="55468" numCol="1" spcCol="1270" anchor="ctr" anchorCtr="0">
          <a:noAutofit/>
        </a:bodyPr>
        <a:lstStyle/>
        <a:p>
          <a:pPr marL="0" lvl="0" indent="0" algn="l" defTabSz="711200">
            <a:lnSpc>
              <a:spcPct val="90000"/>
            </a:lnSpc>
            <a:spcBef>
              <a:spcPct val="0"/>
            </a:spcBef>
            <a:spcAft>
              <a:spcPct val="35000"/>
            </a:spcAft>
            <a:buNone/>
          </a:pPr>
          <a:r>
            <a:rPr lang="en-US" sz="1600" kern="1200"/>
            <a:t>Devices:</a:t>
          </a:r>
        </a:p>
      </dsp:txBody>
      <dsp:txXfrm>
        <a:off x="605339" y="3931402"/>
        <a:ext cx="3247387" cy="524103"/>
      </dsp:txXfrm>
    </dsp:sp>
    <dsp:sp modelId="{B636B1D7-4B9C-4286-84A4-D83BC7C2F553}">
      <dsp:nvSpPr>
        <dsp:cNvPr id="0" name=""/>
        <dsp:cNvSpPr/>
      </dsp:nvSpPr>
      <dsp:spPr>
        <a:xfrm>
          <a:off x="3852727" y="3931402"/>
          <a:ext cx="3363688" cy="5241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5468" tIns="55468" rIns="55468" bIns="55468" numCol="1" spcCol="1270" anchor="ctr" anchorCtr="0">
          <a:noAutofit/>
        </a:bodyPr>
        <a:lstStyle/>
        <a:p>
          <a:pPr marL="0" lvl="0" indent="0" algn="l" defTabSz="666750">
            <a:lnSpc>
              <a:spcPct val="90000"/>
            </a:lnSpc>
            <a:spcBef>
              <a:spcPct val="0"/>
            </a:spcBef>
            <a:spcAft>
              <a:spcPct val="35000"/>
            </a:spcAft>
            <a:buNone/>
          </a:pPr>
          <a:r>
            <a:rPr lang="en-US" sz="1500" kern="1200"/>
            <a:t>Real time simulation for sensors and actuators</a:t>
          </a:r>
        </a:p>
      </dsp:txBody>
      <dsp:txXfrm>
        <a:off x="3852727" y="3931402"/>
        <a:ext cx="3363688" cy="524103"/>
      </dsp:txXfrm>
    </dsp:sp>
    <dsp:sp modelId="{B4E13748-8FAB-43D1-9A84-4B0403A53A21}">
      <dsp:nvSpPr>
        <dsp:cNvPr id="0" name=""/>
        <dsp:cNvSpPr/>
      </dsp:nvSpPr>
      <dsp:spPr>
        <a:xfrm>
          <a:off x="0" y="4586532"/>
          <a:ext cx="7216416" cy="52410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BF97E5B-F027-4212-B680-065FE9126FCA}">
      <dsp:nvSpPr>
        <dsp:cNvPr id="0" name=""/>
        <dsp:cNvSpPr/>
      </dsp:nvSpPr>
      <dsp:spPr>
        <a:xfrm>
          <a:off x="158541" y="4704455"/>
          <a:ext cx="288257" cy="288257"/>
        </a:xfrm>
        <a:prstGeom prst="rect">
          <a:avLst/>
        </a:prstGeom>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2C91FCF-4447-4648-9894-4D32915CE4EC}">
      <dsp:nvSpPr>
        <dsp:cNvPr id="0" name=""/>
        <dsp:cNvSpPr/>
      </dsp:nvSpPr>
      <dsp:spPr>
        <a:xfrm>
          <a:off x="605339" y="4586532"/>
          <a:ext cx="3247387" cy="5241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5468" tIns="55468" rIns="55468" bIns="55468" numCol="1" spcCol="1270" anchor="ctr" anchorCtr="0">
          <a:noAutofit/>
        </a:bodyPr>
        <a:lstStyle/>
        <a:p>
          <a:pPr marL="0" lvl="0" indent="0" algn="l" defTabSz="711200">
            <a:lnSpc>
              <a:spcPct val="90000"/>
            </a:lnSpc>
            <a:spcBef>
              <a:spcPct val="0"/>
            </a:spcBef>
            <a:spcAft>
              <a:spcPct val="35000"/>
            </a:spcAft>
            <a:buNone/>
          </a:pPr>
          <a:r>
            <a:rPr lang="en-US" sz="1600" kern="1200"/>
            <a:t>Human operator:</a:t>
          </a:r>
        </a:p>
      </dsp:txBody>
      <dsp:txXfrm>
        <a:off x="605339" y="4586532"/>
        <a:ext cx="3247387" cy="524103"/>
      </dsp:txXfrm>
    </dsp:sp>
    <dsp:sp modelId="{8EF42D07-1F52-4962-A52F-06D6D5A70A43}">
      <dsp:nvSpPr>
        <dsp:cNvPr id="0" name=""/>
        <dsp:cNvSpPr/>
      </dsp:nvSpPr>
      <dsp:spPr>
        <a:xfrm>
          <a:off x="3852727" y="4586532"/>
          <a:ext cx="3363688" cy="5241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5468" tIns="55468" rIns="55468" bIns="55468" numCol="1" spcCol="1270" anchor="ctr" anchorCtr="0">
          <a:noAutofit/>
        </a:bodyPr>
        <a:lstStyle/>
        <a:p>
          <a:pPr marL="0" lvl="0" indent="0" algn="l" defTabSz="666750">
            <a:lnSpc>
              <a:spcPct val="90000"/>
            </a:lnSpc>
            <a:spcBef>
              <a:spcPct val="0"/>
            </a:spcBef>
            <a:spcAft>
              <a:spcPct val="35000"/>
            </a:spcAft>
            <a:buNone/>
          </a:pPr>
          <a:r>
            <a:rPr lang="en-US" sz="1500" kern="1200"/>
            <a:t>Simulation of human interactions</a:t>
          </a:r>
        </a:p>
      </dsp:txBody>
      <dsp:txXfrm>
        <a:off x="3852727" y="4586532"/>
        <a:ext cx="3363688" cy="524103"/>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A8F6F9-6D49-4295-93FA-C82F5226192D}">
      <dsp:nvSpPr>
        <dsp:cNvPr id="0" name=""/>
        <dsp:cNvSpPr/>
      </dsp:nvSpPr>
      <dsp:spPr>
        <a:xfrm>
          <a:off x="3043659" y="2634215"/>
          <a:ext cx="529205" cy="91440"/>
        </a:xfrm>
        <a:custGeom>
          <a:avLst/>
          <a:gdLst/>
          <a:ahLst/>
          <a:cxnLst/>
          <a:rect l="0" t="0" r="0" b="0"/>
          <a:pathLst>
            <a:path>
              <a:moveTo>
                <a:pt x="0" y="45720"/>
              </a:moveTo>
              <a:lnTo>
                <a:pt x="529205" y="45720"/>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509C5BB-98D5-43EF-A97C-6FD9A2F414D0}">
      <dsp:nvSpPr>
        <dsp:cNvPr id="0" name=""/>
        <dsp:cNvSpPr/>
      </dsp:nvSpPr>
      <dsp:spPr>
        <a:xfrm>
          <a:off x="3043659" y="973248"/>
          <a:ext cx="529205" cy="568895"/>
        </a:xfrm>
        <a:custGeom>
          <a:avLst/>
          <a:gdLst/>
          <a:ahLst/>
          <a:cxnLst/>
          <a:rect l="0" t="0" r="0" b="0"/>
          <a:pathLst>
            <a:path>
              <a:moveTo>
                <a:pt x="0" y="0"/>
              </a:moveTo>
              <a:lnTo>
                <a:pt x="264602" y="0"/>
              </a:lnTo>
              <a:lnTo>
                <a:pt x="264602" y="568895"/>
              </a:lnTo>
              <a:lnTo>
                <a:pt x="529205" y="568895"/>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6008372-0C5E-479B-A7DE-C5AFB8F60584}">
      <dsp:nvSpPr>
        <dsp:cNvPr id="0" name=""/>
        <dsp:cNvSpPr/>
      </dsp:nvSpPr>
      <dsp:spPr>
        <a:xfrm>
          <a:off x="3043659" y="404352"/>
          <a:ext cx="529205" cy="568895"/>
        </a:xfrm>
        <a:custGeom>
          <a:avLst/>
          <a:gdLst/>
          <a:ahLst/>
          <a:cxnLst/>
          <a:rect l="0" t="0" r="0" b="0"/>
          <a:pathLst>
            <a:path>
              <a:moveTo>
                <a:pt x="0" y="568895"/>
              </a:moveTo>
              <a:lnTo>
                <a:pt x="264602" y="568895"/>
              </a:lnTo>
              <a:lnTo>
                <a:pt x="264602" y="0"/>
              </a:lnTo>
              <a:lnTo>
                <a:pt x="529205" y="0"/>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E110203-C467-4511-8DC8-EA122D246670}">
      <dsp:nvSpPr>
        <dsp:cNvPr id="0" name=""/>
        <dsp:cNvSpPr/>
      </dsp:nvSpPr>
      <dsp:spPr>
        <a:xfrm>
          <a:off x="397634" y="569729"/>
          <a:ext cx="2646025" cy="80703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a:t>The honeypot is simulating using python scripts:</a:t>
          </a:r>
        </a:p>
      </dsp:txBody>
      <dsp:txXfrm>
        <a:off x="397634" y="569729"/>
        <a:ext cx="2646025" cy="807037"/>
      </dsp:txXfrm>
    </dsp:sp>
    <dsp:sp modelId="{5C52890A-655D-4FB2-B7FD-46C061D20E1E}">
      <dsp:nvSpPr>
        <dsp:cNvPr id="0" name=""/>
        <dsp:cNvSpPr/>
      </dsp:nvSpPr>
      <dsp:spPr>
        <a:xfrm>
          <a:off x="3572865" y="833"/>
          <a:ext cx="2646025" cy="807037"/>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a:t>Water treatment physical process</a:t>
          </a:r>
        </a:p>
      </dsp:txBody>
      <dsp:txXfrm>
        <a:off x="3572865" y="833"/>
        <a:ext cx="2646025" cy="807037"/>
      </dsp:txXfrm>
    </dsp:sp>
    <dsp:sp modelId="{03900D3D-7F13-47EA-92A9-13057C8B2648}">
      <dsp:nvSpPr>
        <dsp:cNvPr id="0" name=""/>
        <dsp:cNvSpPr/>
      </dsp:nvSpPr>
      <dsp:spPr>
        <a:xfrm>
          <a:off x="3572865" y="1138625"/>
          <a:ext cx="2646025" cy="807037"/>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a:t>HMI and four PLCs</a:t>
          </a:r>
        </a:p>
      </dsp:txBody>
      <dsp:txXfrm>
        <a:off x="3572865" y="1138625"/>
        <a:ext cx="2646025" cy="807037"/>
      </dsp:txXfrm>
    </dsp:sp>
    <dsp:sp modelId="{18012FCF-28FF-4E54-BD94-9513EA687B4B}">
      <dsp:nvSpPr>
        <dsp:cNvPr id="0" name=""/>
        <dsp:cNvSpPr/>
      </dsp:nvSpPr>
      <dsp:spPr>
        <a:xfrm>
          <a:off x="397634" y="2276416"/>
          <a:ext cx="2646025" cy="80703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a:t>The interlock between components is also simulated</a:t>
          </a:r>
        </a:p>
      </dsp:txBody>
      <dsp:txXfrm>
        <a:off x="397634" y="2276416"/>
        <a:ext cx="2646025" cy="807037"/>
      </dsp:txXfrm>
    </dsp:sp>
    <dsp:sp modelId="{F86E543A-52E0-4299-BC8B-62538711DBBE}">
      <dsp:nvSpPr>
        <dsp:cNvPr id="0" name=""/>
        <dsp:cNvSpPr/>
      </dsp:nvSpPr>
      <dsp:spPr>
        <a:xfrm>
          <a:off x="3572865" y="2276416"/>
          <a:ext cx="2646025" cy="807037"/>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a:t>PLC1 logic depends upon values stored in PLC2, and PLC3</a:t>
          </a:r>
        </a:p>
      </dsp:txBody>
      <dsp:txXfrm>
        <a:off x="3572865" y="2276416"/>
        <a:ext cx="2646025" cy="807037"/>
      </dsp:txXfrm>
    </dsp:sp>
    <dsp:sp modelId="{9723C4E6-9828-4018-801E-CB134138FFEE}">
      <dsp:nvSpPr>
        <dsp:cNvPr id="0" name=""/>
        <dsp:cNvSpPr/>
      </dsp:nvSpPr>
      <dsp:spPr>
        <a:xfrm>
          <a:off x="397634" y="3414207"/>
          <a:ext cx="6672800" cy="80703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a:t>They are using real </a:t>
          </a:r>
          <a:r>
            <a:rPr lang="en-US" sz="1900" b="1" kern="1200"/>
            <a:t>Tagging names</a:t>
          </a:r>
          <a:endParaRPr lang="en-US" sz="1900" kern="1200"/>
        </a:p>
      </dsp:txBody>
      <dsp:txXfrm>
        <a:off x="397634" y="3414207"/>
        <a:ext cx="6672800" cy="807037"/>
      </dsp:txXfrm>
    </dsp:sp>
    <dsp:sp modelId="{DD41D034-46B3-46C4-AF45-9774EADC36E3}">
      <dsp:nvSpPr>
        <dsp:cNvPr id="0" name=""/>
        <dsp:cNvSpPr/>
      </dsp:nvSpPr>
      <dsp:spPr>
        <a:xfrm>
          <a:off x="397634" y="4551998"/>
          <a:ext cx="6705161" cy="113809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The physical process simulates the hydraulic part of the system, in real-time ( following some physics equation described in testbed )</a:t>
          </a:r>
        </a:p>
      </dsp:txBody>
      <dsp:txXfrm>
        <a:off x="397634" y="4551998"/>
        <a:ext cx="6705161" cy="1138092"/>
      </dsp:txXfrm>
    </dsp:sp>
  </dsp:spTree>
</dsp:drawing>
</file>

<file path=ppt/diagrams/layout1.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0.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2.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1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4.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BDA66E-0082-4E1B-A8AB-7AE32D5AC0F7}" type="datetimeFigureOut">
              <a:rPr lang="en-US" smtClean="0"/>
              <a:t>7/3/2025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76CD71-179B-4FAE-ACB5-0E02D4C8581B}" type="slidenum">
              <a:rPr lang="en-US" smtClean="0"/>
              <a:t>‹#›</a:t>
            </a:fld>
            <a:endParaRPr lang="en-US"/>
          </a:p>
        </p:txBody>
      </p:sp>
    </p:spTree>
    <p:extLst>
      <p:ext uri="{BB962C8B-B14F-4D97-AF65-F5344CB8AC3E}">
        <p14:creationId xmlns:p14="http://schemas.microsoft.com/office/powerpoint/2010/main" val="38482558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Tag-based means that we represent each component with a certain tag, so if we have a valve for example we say it is VLV1, VLV2 and so on.</a:t>
            </a:r>
          </a:p>
          <a:p>
            <a:r>
              <a:rPr lang="en-US" dirty="0"/>
              <a:t>Control interlock means that there are some components depending on other components, so for example the system should not open pump 1 if valve one is on, this is an interlock example.</a:t>
            </a:r>
          </a:p>
        </p:txBody>
      </p:sp>
      <p:sp>
        <p:nvSpPr>
          <p:cNvPr id="4" name="Slide Number Placeholder 3"/>
          <p:cNvSpPr>
            <a:spLocks noGrp="1"/>
          </p:cNvSpPr>
          <p:nvPr>
            <p:ph type="sldNum" sz="quarter" idx="5"/>
          </p:nvPr>
        </p:nvSpPr>
        <p:spPr/>
        <p:txBody>
          <a:bodyPr/>
          <a:lstStyle/>
          <a:p>
            <a:fld id="{D976CD71-179B-4FAE-ACB5-0E02D4C8581B}" type="slidenum">
              <a:rPr lang="en-US" smtClean="0"/>
              <a:t>8</a:t>
            </a:fld>
            <a:endParaRPr lang="en-US"/>
          </a:p>
        </p:txBody>
      </p:sp>
    </p:spTree>
    <p:extLst>
      <p:ext uri="{BB962C8B-B14F-4D97-AF65-F5344CB8AC3E}">
        <p14:creationId xmlns:p14="http://schemas.microsoft.com/office/powerpoint/2010/main" val="33255815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Client-based honeypot acts as a week browser which try to open malicious links for example, and check it the webserver will try to redirect it to malicious link, or perform any malicious activity, so it simulates the client visiting a vulnerable web app. </a:t>
            </a:r>
          </a:p>
        </p:txBody>
      </p:sp>
      <p:sp>
        <p:nvSpPr>
          <p:cNvPr id="4" name="Slide Number Placeholder 3"/>
          <p:cNvSpPr>
            <a:spLocks noGrp="1"/>
          </p:cNvSpPr>
          <p:nvPr>
            <p:ph type="sldNum" sz="quarter" idx="5"/>
          </p:nvPr>
        </p:nvSpPr>
        <p:spPr/>
        <p:txBody>
          <a:bodyPr/>
          <a:lstStyle/>
          <a:p>
            <a:fld id="{D976CD71-179B-4FAE-ACB5-0E02D4C8581B}" type="slidenum">
              <a:rPr lang="en-US" smtClean="0"/>
              <a:t>12</a:t>
            </a:fld>
            <a:endParaRPr lang="en-US"/>
          </a:p>
        </p:txBody>
      </p:sp>
    </p:spTree>
    <p:extLst>
      <p:ext uri="{BB962C8B-B14F-4D97-AF65-F5344CB8AC3E}">
        <p14:creationId xmlns:p14="http://schemas.microsoft.com/office/powerpoint/2010/main" val="17686259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t>
            </a:r>
            <a:r>
              <a:rPr lang="en-US" dirty="0" err="1"/>
              <a:t>rasma</a:t>
            </a:r>
            <a:r>
              <a:rPr lang="en-US" dirty="0"/>
              <a:t> </a:t>
            </a:r>
            <a:r>
              <a:rPr lang="en-US" dirty="0" err="1"/>
              <a:t>el</a:t>
            </a:r>
            <a:r>
              <a:rPr lang="en-US" dirty="0"/>
              <a:t> fo2, </a:t>
            </a:r>
            <a:r>
              <a:rPr lang="en-US" dirty="0" err="1"/>
              <a:t>btwrena</a:t>
            </a:r>
            <a:r>
              <a:rPr lang="en-US" dirty="0"/>
              <a:t> ezay homa 3mlo replication le real ICS system, fa </a:t>
            </a:r>
            <a:r>
              <a:rPr lang="en-US" dirty="0" err="1"/>
              <a:t>el</a:t>
            </a:r>
            <a:r>
              <a:rPr lang="en-US" dirty="0"/>
              <a:t> fo2 hya </a:t>
            </a:r>
            <a:r>
              <a:rPr lang="en-US" dirty="0" err="1"/>
              <a:t>el</a:t>
            </a:r>
            <a:r>
              <a:rPr lang="en-US" dirty="0"/>
              <a:t> honeypot</a:t>
            </a:r>
          </a:p>
        </p:txBody>
      </p:sp>
      <p:sp>
        <p:nvSpPr>
          <p:cNvPr id="4" name="Slide Number Placeholder 3"/>
          <p:cNvSpPr>
            <a:spLocks noGrp="1"/>
          </p:cNvSpPr>
          <p:nvPr>
            <p:ph type="sldNum" sz="quarter" idx="5"/>
          </p:nvPr>
        </p:nvSpPr>
        <p:spPr/>
        <p:txBody>
          <a:bodyPr/>
          <a:lstStyle/>
          <a:p>
            <a:fld id="{D976CD71-179B-4FAE-ACB5-0E02D4C8581B}" type="slidenum">
              <a:rPr lang="en-US" smtClean="0"/>
              <a:t>17</a:t>
            </a:fld>
            <a:endParaRPr lang="en-US"/>
          </a:p>
        </p:txBody>
      </p:sp>
    </p:spTree>
    <p:extLst>
      <p:ext uri="{BB962C8B-B14F-4D97-AF65-F5344CB8AC3E}">
        <p14:creationId xmlns:p14="http://schemas.microsoft.com/office/powerpoint/2010/main" val="35614191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976CD71-179B-4FAE-ACB5-0E02D4C8581B}" type="slidenum">
              <a:rPr lang="en-US" smtClean="0"/>
              <a:t>18</a:t>
            </a:fld>
            <a:endParaRPr lang="en-US"/>
          </a:p>
        </p:txBody>
      </p:sp>
    </p:spTree>
    <p:extLst>
      <p:ext uri="{BB962C8B-B14F-4D97-AF65-F5344CB8AC3E}">
        <p14:creationId xmlns:p14="http://schemas.microsoft.com/office/powerpoint/2010/main" val="11032593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metrics should be similar to the real system to be able to convince the attacker that he is dealing with real system not a honeypot</a:t>
            </a:r>
          </a:p>
        </p:txBody>
      </p:sp>
      <p:sp>
        <p:nvSpPr>
          <p:cNvPr id="4" name="Slide Number Placeholder 3"/>
          <p:cNvSpPr>
            <a:spLocks noGrp="1"/>
          </p:cNvSpPr>
          <p:nvPr>
            <p:ph type="sldNum" sz="quarter" idx="5"/>
          </p:nvPr>
        </p:nvSpPr>
        <p:spPr/>
        <p:txBody>
          <a:bodyPr/>
          <a:lstStyle/>
          <a:p>
            <a:fld id="{D976CD71-179B-4FAE-ACB5-0E02D4C8581B}" type="slidenum">
              <a:rPr lang="en-US" smtClean="0"/>
              <a:t>19</a:t>
            </a:fld>
            <a:endParaRPr lang="en-US"/>
          </a:p>
        </p:txBody>
      </p:sp>
    </p:spTree>
    <p:extLst>
      <p:ext uri="{BB962C8B-B14F-4D97-AF65-F5344CB8AC3E}">
        <p14:creationId xmlns:p14="http://schemas.microsoft.com/office/powerpoint/2010/main" val="24030688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EG" dirty="0"/>
              <a:t>الـ </a:t>
            </a:r>
            <a:r>
              <a:rPr lang="en-US" b="1" dirty="0"/>
              <a:t>Gateway</a:t>
            </a:r>
            <a:r>
              <a:rPr lang="en-US" dirty="0"/>
              <a:t> </a:t>
            </a:r>
            <a:r>
              <a:rPr lang="ar-EG" dirty="0"/>
              <a:t>في شبكات التحكم الصناعي (</a:t>
            </a:r>
            <a:r>
              <a:rPr lang="en-US" dirty="0"/>
              <a:t>ICS) </a:t>
            </a:r>
            <a:r>
              <a:rPr lang="ar-EG" dirty="0"/>
              <a:t>هو جهاز أو برنامج وظيفته إنه </a:t>
            </a:r>
            <a:r>
              <a:rPr lang="ar-EG" b="1" dirty="0"/>
              <a:t>يربط بين أجهزة مختلفة بتتكلم لغات (بروتوكولات) مختلفة</a:t>
            </a:r>
            <a:r>
              <a:rPr lang="ar-EG" dirty="0"/>
              <a:t>.</a:t>
            </a:r>
          </a:p>
          <a:p>
            <a:r>
              <a:rPr lang="ar-EG" dirty="0"/>
              <a:t>هو شبه المترجم اللي بيفهم لغتين، ويربط بين جهازين مش فاهمين بعض.</a:t>
            </a:r>
          </a:p>
          <a:p>
            <a:endParaRPr lang="en-US" dirty="0"/>
          </a:p>
        </p:txBody>
      </p:sp>
      <p:sp>
        <p:nvSpPr>
          <p:cNvPr id="4" name="Slide Number Placeholder 3"/>
          <p:cNvSpPr>
            <a:spLocks noGrp="1"/>
          </p:cNvSpPr>
          <p:nvPr>
            <p:ph type="sldNum" sz="quarter" idx="5"/>
          </p:nvPr>
        </p:nvSpPr>
        <p:spPr/>
        <p:txBody>
          <a:bodyPr/>
          <a:lstStyle/>
          <a:p>
            <a:fld id="{D976CD71-179B-4FAE-ACB5-0E02D4C8581B}" type="slidenum">
              <a:rPr lang="en-US" smtClean="0"/>
              <a:t>23</a:t>
            </a:fld>
            <a:endParaRPr lang="en-US"/>
          </a:p>
        </p:txBody>
      </p:sp>
    </p:spTree>
    <p:extLst>
      <p:ext uri="{BB962C8B-B14F-4D97-AF65-F5344CB8AC3E}">
        <p14:creationId xmlns:p14="http://schemas.microsoft.com/office/powerpoint/2010/main" val="27131500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shaping means that we control the bandwidth of the network, the delay of messages, and the percentage of the </a:t>
            </a:r>
            <a:r>
              <a:rPr lang="en-US" dirty="0" err="1"/>
              <a:t>packetloss</a:t>
            </a:r>
            <a:endParaRPr lang="en-US" dirty="0"/>
          </a:p>
          <a:p>
            <a:r>
              <a:rPr lang="en-US" dirty="0"/>
              <a:t>TC is a Traffic control tool in Linux, which can control each interface in the network</a:t>
            </a:r>
          </a:p>
        </p:txBody>
      </p:sp>
      <p:sp>
        <p:nvSpPr>
          <p:cNvPr id="4" name="Slide Number Placeholder 3"/>
          <p:cNvSpPr>
            <a:spLocks noGrp="1"/>
          </p:cNvSpPr>
          <p:nvPr>
            <p:ph type="sldNum" sz="quarter" idx="5"/>
          </p:nvPr>
        </p:nvSpPr>
        <p:spPr/>
        <p:txBody>
          <a:bodyPr/>
          <a:lstStyle/>
          <a:p>
            <a:fld id="{D976CD71-179B-4FAE-ACB5-0E02D4C8581B}" type="slidenum">
              <a:rPr lang="en-US" smtClean="0"/>
              <a:t>24</a:t>
            </a:fld>
            <a:endParaRPr lang="en-US"/>
          </a:p>
        </p:txBody>
      </p:sp>
    </p:spTree>
    <p:extLst>
      <p:ext uri="{BB962C8B-B14F-4D97-AF65-F5344CB8AC3E}">
        <p14:creationId xmlns:p14="http://schemas.microsoft.com/office/powerpoint/2010/main" val="32764511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7/3/2025</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7938430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7/3/2025</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2389217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7/3/2025</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27814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7/3/2025</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0844006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7/3/2025</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9163164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7/3/2025</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5399905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7/3/2025</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6070496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7/3/2025</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0416502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7/3/2025</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5859514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7/3/2025</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60008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7/3/2025</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49776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7/3/2025</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7943940"/>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16" r:id="rId6"/>
    <p:sldLayoutId id="2147483712" r:id="rId7"/>
    <p:sldLayoutId id="2147483713" r:id="rId8"/>
    <p:sldLayoutId id="2147483714" r:id="rId9"/>
    <p:sldLayoutId id="2147483715" r:id="rId10"/>
    <p:sldLayoutId id="2147483717"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26.xml.rels><?xml version="1.0" encoding="UTF-8" standalone="yes"?>
<Relationships xmlns="http://schemas.openxmlformats.org/package/2006/relationships"><Relationship Id="rId3" Type="http://schemas.openxmlformats.org/officeDocument/2006/relationships/image" Target="../media/image62.sv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CFD1D2CD-954D-4C4D-B505-05EAD159B2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339B64-3687-36CE-A94E-1A80831E5499}"/>
              </a:ext>
            </a:extLst>
          </p:cNvPr>
          <p:cNvSpPr>
            <a:spLocks noGrp="1"/>
          </p:cNvSpPr>
          <p:nvPr>
            <p:ph type="ctrTitle"/>
          </p:nvPr>
        </p:nvSpPr>
        <p:spPr>
          <a:xfrm>
            <a:off x="640080" y="1371600"/>
            <a:ext cx="4670661" cy="3030842"/>
          </a:xfrm>
        </p:spPr>
        <p:txBody>
          <a:bodyPr>
            <a:normAutofit/>
          </a:bodyPr>
          <a:lstStyle/>
          <a:p>
            <a:pPr>
              <a:lnSpc>
                <a:spcPct val="90000"/>
              </a:lnSpc>
            </a:pPr>
            <a:r>
              <a:rPr lang="en-US" sz="4200"/>
              <a:t>Towards High-Interaction Virtual ICS Honeypots-in-a-Box</a:t>
            </a:r>
          </a:p>
        </p:txBody>
      </p:sp>
      <p:sp>
        <p:nvSpPr>
          <p:cNvPr id="3" name="Subtitle 2">
            <a:extLst>
              <a:ext uri="{FF2B5EF4-FFF2-40B4-BE49-F238E27FC236}">
                <a16:creationId xmlns:a16="http://schemas.microsoft.com/office/drawing/2014/main" id="{5C7AABA8-F0F1-E767-CD5E-88172E34B7AC}"/>
              </a:ext>
            </a:extLst>
          </p:cNvPr>
          <p:cNvSpPr>
            <a:spLocks noGrp="1"/>
          </p:cNvSpPr>
          <p:nvPr>
            <p:ph type="subTitle" idx="1"/>
          </p:nvPr>
        </p:nvSpPr>
        <p:spPr>
          <a:xfrm>
            <a:off x="640080" y="4584879"/>
            <a:ext cx="4670660" cy="1287887"/>
          </a:xfrm>
        </p:spPr>
        <p:txBody>
          <a:bodyPr>
            <a:normAutofit/>
          </a:bodyPr>
          <a:lstStyle/>
          <a:p>
            <a:pPr>
              <a:lnSpc>
                <a:spcPct val="120000"/>
              </a:lnSpc>
            </a:pPr>
            <a:r>
              <a:rPr lang="en-US" sz="1500"/>
              <a:t>Brief Presentation explaining the paper, and how to build a honeypot especially for ICS</a:t>
            </a:r>
          </a:p>
        </p:txBody>
      </p:sp>
      <p:cxnSp>
        <p:nvCxnSpPr>
          <p:cNvPr id="23" name="Straight Connector 22">
            <a:extLst>
              <a:ext uri="{FF2B5EF4-FFF2-40B4-BE49-F238E27FC236}">
                <a16:creationId xmlns:a16="http://schemas.microsoft.com/office/drawing/2014/main" id="{D132AEA7-A24A-45A9-BF8F-D0AFF34DF6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05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16" name="Picture 15" descr="Colored pencils inside a pencil holder which is on top of a wood table">
            <a:extLst>
              <a:ext uri="{FF2B5EF4-FFF2-40B4-BE49-F238E27FC236}">
                <a16:creationId xmlns:a16="http://schemas.microsoft.com/office/drawing/2014/main" id="{83EC0818-6FC5-7633-44F8-90D87B71CF90}"/>
              </a:ext>
            </a:extLst>
          </p:cNvPr>
          <p:cNvPicPr>
            <a:picLocks noChangeAspect="1"/>
          </p:cNvPicPr>
          <p:nvPr/>
        </p:nvPicPr>
        <p:blipFill>
          <a:blip r:embed="rId2"/>
          <a:srcRect l="44561" r="183" b="-1"/>
          <a:stretch>
            <a:fillRect/>
          </a:stretch>
        </p:blipFill>
        <p:spPr>
          <a:xfrm>
            <a:off x="6515100" y="10"/>
            <a:ext cx="5676900" cy="6857990"/>
          </a:xfrm>
          <a:prstGeom prst="rect">
            <a:avLst/>
          </a:prstGeom>
        </p:spPr>
      </p:pic>
      <p:sp>
        <p:nvSpPr>
          <p:cNvPr id="5" name="Rectangle: Rounded Corners 4">
            <a:extLst>
              <a:ext uri="{FF2B5EF4-FFF2-40B4-BE49-F238E27FC236}">
                <a16:creationId xmlns:a16="http://schemas.microsoft.com/office/drawing/2014/main" id="{6CEC490D-53D4-35EF-AA9F-B84C1773A7C5}"/>
              </a:ext>
            </a:extLst>
          </p:cNvPr>
          <p:cNvSpPr/>
          <p:nvPr/>
        </p:nvSpPr>
        <p:spPr>
          <a:xfrm>
            <a:off x="718052" y="5872766"/>
            <a:ext cx="4082548" cy="7083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2FF4132B-2584-33E7-EB68-F937F8166A8A}"/>
              </a:ext>
            </a:extLst>
          </p:cNvPr>
          <p:cNvSpPr/>
          <p:nvPr/>
        </p:nvSpPr>
        <p:spPr>
          <a:xfrm>
            <a:off x="718052" y="3973319"/>
            <a:ext cx="978862" cy="876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C8A23750-E258-C8D2-2EC4-70DA57F078FD}"/>
              </a:ext>
            </a:extLst>
          </p:cNvPr>
          <p:cNvSpPr/>
          <p:nvPr/>
        </p:nvSpPr>
        <p:spPr>
          <a:xfrm>
            <a:off x="718052" y="987184"/>
            <a:ext cx="978862" cy="876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58597866-9FDD-BA54-66A6-8E0560F437FD}"/>
              </a:ext>
            </a:extLst>
          </p:cNvPr>
          <p:cNvSpPr txBox="1"/>
          <p:nvPr/>
        </p:nvSpPr>
        <p:spPr>
          <a:xfrm>
            <a:off x="9596437" y="6410325"/>
            <a:ext cx="2676525" cy="369332"/>
          </a:xfrm>
          <a:prstGeom prst="rect">
            <a:avLst/>
          </a:prstGeom>
          <a:noFill/>
        </p:spPr>
        <p:txBody>
          <a:bodyPr wrap="square" rtlCol="0">
            <a:spAutoFit/>
          </a:bodyPr>
          <a:lstStyle/>
          <a:p>
            <a:r>
              <a:rPr lang="en-US" b="1" dirty="0"/>
              <a:t>Abdelaziz </a:t>
            </a:r>
            <a:r>
              <a:rPr lang="en-US" b="1" dirty="0" err="1"/>
              <a:t>Neamatallah</a:t>
            </a:r>
            <a:endParaRPr lang="en-US" b="1" dirty="0"/>
          </a:p>
        </p:txBody>
      </p:sp>
    </p:spTree>
    <p:extLst>
      <p:ext uri="{BB962C8B-B14F-4D97-AF65-F5344CB8AC3E}">
        <p14:creationId xmlns:p14="http://schemas.microsoft.com/office/powerpoint/2010/main" val="3547146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D6EC9F-5462-5A01-DF4C-F2031C3CFFD6}"/>
              </a:ext>
            </a:extLst>
          </p:cNvPr>
          <p:cNvSpPr>
            <a:spLocks noGrp="1"/>
          </p:cNvSpPr>
          <p:nvPr>
            <p:ph type="title"/>
          </p:nvPr>
        </p:nvSpPr>
        <p:spPr>
          <a:xfrm>
            <a:off x="640080" y="1371600"/>
            <a:ext cx="5852160" cy="1097280"/>
          </a:xfrm>
        </p:spPr>
        <p:txBody>
          <a:bodyPr anchor="t">
            <a:normAutofit/>
          </a:bodyPr>
          <a:lstStyle/>
          <a:p>
            <a:r>
              <a:rPr lang="en-US" dirty="0"/>
              <a:t>Problem Statement</a:t>
            </a:r>
          </a:p>
        </p:txBody>
      </p:sp>
      <p:cxnSp>
        <p:nvCxnSpPr>
          <p:cNvPr id="11" name="Straight Connector 10">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6281"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035610E7-5510-DFB0-6BEE-D58B12AE3FD2}"/>
              </a:ext>
            </a:extLst>
          </p:cNvPr>
          <p:cNvSpPr>
            <a:spLocks noGrp="1"/>
          </p:cNvSpPr>
          <p:nvPr>
            <p:ph idx="1"/>
          </p:nvPr>
        </p:nvSpPr>
        <p:spPr>
          <a:xfrm>
            <a:off x="640080" y="2633236"/>
            <a:ext cx="5852160" cy="3664685"/>
          </a:xfrm>
        </p:spPr>
        <p:txBody>
          <a:bodyPr>
            <a:normAutofit/>
          </a:bodyPr>
          <a:lstStyle/>
          <a:p>
            <a:pPr>
              <a:lnSpc>
                <a:spcPct val="110000"/>
              </a:lnSpc>
            </a:pPr>
            <a:r>
              <a:rPr lang="en-US" sz="1700"/>
              <a:t>They address the problem of designing ICS honeypot with the following requirements:</a:t>
            </a:r>
          </a:p>
          <a:p>
            <a:pPr lvl="1">
              <a:lnSpc>
                <a:spcPct val="110000"/>
              </a:lnSpc>
            </a:pPr>
            <a:r>
              <a:rPr lang="en-US" sz="1700"/>
              <a:t>Realistic with multiple services supported</a:t>
            </a:r>
          </a:p>
          <a:p>
            <a:pPr lvl="1">
              <a:lnSpc>
                <a:spcPct val="110000"/>
              </a:lnSpc>
            </a:pPr>
            <a:r>
              <a:rPr lang="en-US" sz="1700"/>
              <a:t>Low cost, in terms of hardware, software, and deployment time</a:t>
            </a:r>
          </a:p>
          <a:p>
            <a:pPr lvl="1">
              <a:lnSpc>
                <a:spcPct val="110000"/>
              </a:lnSpc>
            </a:pPr>
            <a:r>
              <a:rPr lang="en-US" sz="1700"/>
              <a:t>Reconfigurable, to allow extensibility, scalability, and secure maintenance</a:t>
            </a:r>
          </a:p>
          <a:p>
            <a:pPr lvl="1">
              <a:lnSpc>
                <a:spcPct val="110000"/>
              </a:lnSpc>
            </a:pPr>
            <a:r>
              <a:rPr lang="en-US" sz="1700"/>
              <a:t>Targeting the ICS domain, dealing with physical processes, physical devices, industrial protocols, time, and determinism constraints</a:t>
            </a:r>
          </a:p>
          <a:p>
            <a:pPr lvl="1">
              <a:lnSpc>
                <a:spcPct val="110000"/>
              </a:lnSpc>
            </a:pPr>
            <a:r>
              <a:rPr lang="en-US" sz="1700"/>
              <a:t>Usable both for research, and production</a:t>
            </a:r>
          </a:p>
        </p:txBody>
      </p:sp>
      <p:pic>
        <p:nvPicPr>
          <p:cNvPr id="5" name="Picture 4" descr="An electronic circuit board in blue color">
            <a:extLst>
              <a:ext uri="{FF2B5EF4-FFF2-40B4-BE49-F238E27FC236}">
                <a16:creationId xmlns:a16="http://schemas.microsoft.com/office/drawing/2014/main" id="{12F7EA97-A846-4D2B-D60B-65E1E61E9D5E}"/>
              </a:ext>
            </a:extLst>
          </p:cNvPr>
          <p:cNvPicPr>
            <a:picLocks noChangeAspect="1"/>
          </p:cNvPicPr>
          <p:nvPr/>
        </p:nvPicPr>
        <p:blipFill>
          <a:blip r:embed="rId2"/>
          <a:srcRect l="8475" r="44354" b="-1"/>
          <a:stretch>
            <a:fillRect/>
          </a:stretch>
        </p:blipFill>
        <p:spPr>
          <a:xfrm>
            <a:off x="7345680" y="10"/>
            <a:ext cx="4846320" cy="6857990"/>
          </a:xfrm>
          <a:prstGeom prst="rect">
            <a:avLst/>
          </a:prstGeom>
        </p:spPr>
      </p:pic>
    </p:spTree>
    <p:extLst>
      <p:ext uri="{BB962C8B-B14F-4D97-AF65-F5344CB8AC3E}">
        <p14:creationId xmlns:p14="http://schemas.microsoft.com/office/powerpoint/2010/main" val="24645932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373BC1-7C05-4D11-4ED2-5610849B07C8}"/>
              </a:ext>
            </a:extLst>
          </p:cNvPr>
          <p:cNvSpPr>
            <a:spLocks noGrp="1"/>
          </p:cNvSpPr>
          <p:nvPr>
            <p:ph type="title"/>
          </p:nvPr>
        </p:nvSpPr>
        <p:spPr>
          <a:xfrm>
            <a:off x="640079" y="570750"/>
            <a:ext cx="10890929" cy="1387934"/>
          </a:xfrm>
        </p:spPr>
        <p:txBody>
          <a:bodyPr anchor="b">
            <a:normAutofit/>
          </a:bodyPr>
          <a:lstStyle/>
          <a:p>
            <a:r>
              <a:rPr lang="en-US" dirty="0"/>
              <a:t>Objective</a:t>
            </a:r>
          </a:p>
        </p:txBody>
      </p:sp>
      <p:cxnSp>
        <p:nvCxnSpPr>
          <p:cNvPr id="12" name="Straight Connector 11">
            <a:extLst>
              <a:ext uri="{FF2B5EF4-FFF2-40B4-BE49-F238E27FC236}">
                <a16:creationId xmlns:a16="http://schemas.microsoft.com/office/drawing/2014/main" id="{E62D3963-2153-4637-96E6-E31BD2CE5D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2307479"/>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02D299B0-18A1-4543-19ED-92874AAAF916}"/>
              </a:ext>
            </a:extLst>
          </p:cNvPr>
          <p:cNvGraphicFramePr>
            <a:graphicFrameLocks noGrp="1"/>
          </p:cNvGraphicFramePr>
          <p:nvPr>
            <p:ph idx="1"/>
            <p:extLst>
              <p:ext uri="{D42A27DB-BD31-4B8C-83A1-F6EECF244321}">
                <p14:modId xmlns:p14="http://schemas.microsoft.com/office/powerpoint/2010/main" val="97864646"/>
              </p:ext>
            </p:extLst>
          </p:nvPr>
        </p:nvGraphicFramePr>
        <p:xfrm>
          <a:off x="640079" y="2559050"/>
          <a:ext cx="10890929" cy="37388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140882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D122D46-F653-7B5F-80E0-A10C0429ADE4}"/>
              </a:ext>
            </a:extLst>
          </p:cNvPr>
          <p:cNvSpPr>
            <a:spLocks noGrp="1"/>
          </p:cNvSpPr>
          <p:nvPr>
            <p:ph type="title"/>
          </p:nvPr>
        </p:nvSpPr>
        <p:spPr>
          <a:xfrm>
            <a:off x="890418" y="2295524"/>
            <a:ext cx="3000587" cy="4160520"/>
          </a:xfrm>
        </p:spPr>
        <p:txBody>
          <a:bodyPr anchor="t">
            <a:normAutofit/>
          </a:bodyPr>
          <a:lstStyle/>
          <a:p>
            <a:pPr algn="ctr"/>
            <a:r>
              <a:rPr lang="en-US" sz="3600" dirty="0"/>
              <a:t>Key contributions</a:t>
            </a:r>
            <a:br>
              <a:rPr lang="en-US" sz="3600" dirty="0"/>
            </a:br>
            <a:r>
              <a:rPr lang="en-US" sz="3600" dirty="0"/>
              <a:t>of the paper</a:t>
            </a:r>
          </a:p>
        </p:txBody>
      </p:sp>
      <p:cxnSp>
        <p:nvCxnSpPr>
          <p:cNvPr id="14" name="Straight Connector 13">
            <a:extLst>
              <a:ext uri="{FF2B5EF4-FFF2-40B4-BE49-F238E27FC236}">
                <a16:creationId xmlns:a16="http://schemas.microsoft.com/office/drawing/2014/main" id="{05ADA91C-AD52-A530-A898-AD6E6987459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15" name="Content Placeholder 2">
            <a:extLst>
              <a:ext uri="{FF2B5EF4-FFF2-40B4-BE49-F238E27FC236}">
                <a16:creationId xmlns:a16="http://schemas.microsoft.com/office/drawing/2014/main" id="{1A4A7BF4-AFB6-4FF9-EC58-E1412CEEAD94}"/>
              </a:ext>
            </a:extLst>
          </p:cNvPr>
          <p:cNvGraphicFramePr>
            <a:graphicFrameLocks noGrp="1"/>
          </p:cNvGraphicFramePr>
          <p:nvPr>
            <p:ph idx="1"/>
            <p:extLst>
              <p:ext uri="{D42A27DB-BD31-4B8C-83A1-F6EECF244321}">
                <p14:modId xmlns:p14="http://schemas.microsoft.com/office/powerpoint/2010/main" val="1560644425"/>
              </p:ext>
            </p:extLst>
          </p:nvPr>
        </p:nvGraphicFramePr>
        <p:xfrm>
          <a:off x="4303332" y="891606"/>
          <a:ext cx="7216416" cy="51112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839463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DC945-B2EF-9FA4-385C-06C5EA82009E}"/>
              </a:ext>
            </a:extLst>
          </p:cNvPr>
          <p:cNvSpPr>
            <a:spLocks noGrp="1"/>
          </p:cNvSpPr>
          <p:nvPr>
            <p:ph type="title"/>
          </p:nvPr>
        </p:nvSpPr>
        <p:spPr/>
        <p:txBody>
          <a:bodyPr/>
          <a:lstStyle/>
          <a:p>
            <a:r>
              <a:rPr lang="en-US" dirty="0" err="1"/>
              <a:t>MiniCPS</a:t>
            </a:r>
            <a:r>
              <a:rPr lang="en-US" dirty="0"/>
              <a:t> Framework</a:t>
            </a:r>
          </a:p>
        </p:txBody>
      </p:sp>
      <p:sp>
        <p:nvSpPr>
          <p:cNvPr id="3" name="Content Placeholder 2">
            <a:extLst>
              <a:ext uri="{FF2B5EF4-FFF2-40B4-BE49-F238E27FC236}">
                <a16:creationId xmlns:a16="http://schemas.microsoft.com/office/drawing/2014/main" id="{E51727E0-C599-54D9-A597-2F7B22A4832A}"/>
              </a:ext>
            </a:extLst>
          </p:cNvPr>
          <p:cNvSpPr>
            <a:spLocks noGrp="1"/>
          </p:cNvSpPr>
          <p:nvPr>
            <p:ph idx="1"/>
          </p:nvPr>
        </p:nvSpPr>
        <p:spPr>
          <a:xfrm>
            <a:off x="640080" y="2245895"/>
            <a:ext cx="5648425" cy="4411579"/>
          </a:xfrm>
        </p:spPr>
        <p:txBody>
          <a:bodyPr>
            <a:normAutofit fontScale="92500" lnSpcReduction="20000"/>
          </a:bodyPr>
          <a:lstStyle/>
          <a:p>
            <a:r>
              <a:rPr lang="en-US" dirty="0"/>
              <a:t>It is a framework  for security research on ICS. </a:t>
            </a:r>
          </a:p>
          <a:p>
            <a:r>
              <a:rPr lang="en-US" dirty="0"/>
              <a:t>It is used as a core platform in the paper to build and run the high-interactive ICS honeypot</a:t>
            </a:r>
          </a:p>
          <a:p>
            <a:r>
              <a:rPr lang="en-US" dirty="0"/>
              <a:t>It is built on Mininet</a:t>
            </a:r>
          </a:p>
          <a:p>
            <a:pPr lvl="1"/>
            <a:r>
              <a:rPr lang="en-US" dirty="0"/>
              <a:t>Mininet is a lightweight network emulator commonly used for prototyping Software defined networks</a:t>
            </a:r>
          </a:p>
          <a:p>
            <a:r>
              <a:rPr lang="en-US" dirty="0"/>
              <a:t>It allows realistic emulation </a:t>
            </a:r>
          </a:p>
          <a:p>
            <a:pPr lvl="1"/>
            <a:r>
              <a:rPr lang="en-US" dirty="0"/>
              <a:t>ICS network topology, PLCs, HMIs, and physical processes</a:t>
            </a:r>
          </a:p>
          <a:p>
            <a:r>
              <a:rPr lang="en-US" dirty="0"/>
              <a:t>It has modular Python APIs</a:t>
            </a:r>
          </a:p>
          <a:p>
            <a:pPr lvl="1"/>
            <a:r>
              <a:rPr lang="en-US" dirty="0"/>
              <a:t>Set/get (sensor/actuator values)</a:t>
            </a:r>
          </a:p>
          <a:p>
            <a:pPr lvl="1"/>
            <a:r>
              <a:rPr lang="en-US" dirty="0"/>
              <a:t>Send/receive (network communication)</a:t>
            </a:r>
          </a:p>
        </p:txBody>
      </p:sp>
      <p:sp>
        <p:nvSpPr>
          <p:cNvPr id="9" name="Content Placeholder 2">
            <a:extLst>
              <a:ext uri="{FF2B5EF4-FFF2-40B4-BE49-F238E27FC236}">
                <a16:creationId xmlns:a16="http://schemas.microsoft.com/office/drawing/2014/main" id="{5921D1E8-54CC-5C82-9430-DC0BF655847B}"/>
              </a:ext>
            </a:extLst>
          </p:cNvPr>
          <p:cNvSpPr txBox="1">
            <a:spLocks/>
          </p:cNvSpPr>
          <p:nvPr/>
        </p:nvSpPr>
        <p:spPr>
          <a:xfrm>
            <a:off x="6288505" y="2183330"/>
            <a:ext cx="5648425" cy="441157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It provides In-Box simulation</a:t>
            </a:r>
          </a:p>
          <a:p>
            <a:pPr lvl="1"/>
            <a:r>
              <a:rPr lang="en-US" dirty="0"/>
              <a:t>Everything runs within a single Linux kernel using lightweight container-based virtualization, making it cost-effective and portable</a:t>
            </a:r>
          </a:p>
          <a:p>
            <a:r>
              <a:rPr lang="en-US" dirty="0"/>
              <a:t>It is used in the paper to:</a:t>
            </a:r>
          </a:p>
          <a:p>
            <a:pPr lvl="1"/>
            <a:r>
              <a:rPr lang="en-US" dirty="0"/>
              <a:t>Build a virtual honeypot that mimics a water treatment plant</a:t>
            </a:r>
          </a:p>
          <a:p>
            <a:pPr lvl="1"/>
            <a:r>
              <a:rPr lang="en-US" dirty="0"/>
              <a:t>Simulate attacks like DoS, MITM, and control manipulation</a:t>
            </a:r>
          </a:p>
          <a:p>
            <a:pPr lvl="1"/>
            <a:r>
              <a:rPr lang="en-US" dirty="0"/>
              <a:t>Emulate a real ICS environment with high fidelity but low resource cost</a:t>
            </a:r>
          </a:p>
        </p:txBody>
      </p:sp>
    </p:spTree>
    <p:extLst>
      <p:ext uri="{BB962C8B-B14F-4D97-AF65-F5344CB8AC3E}">
        <p14:creationId xmlns:p14="http://schemas.microsoft.com/office/powerpoint/2010/main" val="6794545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4E183E-7883-E198-EDB2-F8774B5AFF26}"/>
              </a:ext>
            </a:extLst>
          </p:cNvPr>
          <p:cNvSpPr>
            <a:spLocks noGrp="1"/>
          </p:cNvSpPr>
          <p:nvPr>
            <p:ph type="title"/>
          </p:nvPr>
        </p:nvSpPr>
        <p:spPr>
          <a:xfrm>
            <a:off x="5496821" y="1371600"/>
            <a:ext cx="6034187" cy="1097280"/>
          </a:xfrm>
        </p:spPr>
        <p:txBody>
          <a:bodyPr>
            <a:normAutofit/>
          </a:bodyPr>
          <a:lstStyle/>
          <a:p>
            <a:pPr>
              <a:lnSpc>
                <a:spcPct val="90000"/>
              </a:lnSpc>
            </a:pPr>
            <a:r>
              <a:rPr lang="en-US" sz="3400" dirty="0"/>
              <a:t>Components Needed to Build High-interactive ICS Honeypot</a:t>
            </a:r>
          </a:p>
        </p:txBody>
      </p:sp>
      <p:pic>
        <p:nvPicPr>
          <p:cNvPr id="5" name="Picture 4">
            <a:extLst>
              <a:ext uri="{FF2B5EF4-FFF2-40B4-BE49-F238E27FC236}">
                <a16:creationId xmlns:a16="http://schemas.microsoft.com/office/drawing/2014/main" id="{F67AA5B4-9774-9495-AE8E-FFDFADE8B967}"/>
              </a:ext>
            </a:extLst>
          </p:cNvPr>
          <p:cNvPicPr>
            <a:picLocks noChangeAspect="1"/>
          </p:cNvPicPr>
          <p:nvPr/>
        </p:nvPicPr>
        <p:blipFill>
          <a:blip r:embed="rId2"/>
          <a:srcRect l="13513" r="46643"/>
          <a:stretch>
            <a:fillRect/>
          </a:stretch>
        </p:blipFill>
        <p:spPr>
          <a:xfrm>
            <a:off x="20" y="10"/>
            <a:ext cx="4857871" cy="6857990"/>
          </a:xfrm>
          <a:prstGeom prst="rect">
            <a:avLst/>
          </a:prstGeom>
        </p:spPr>
      </p:pic>
      <p:cxnSp>
        <p:nvCxnSpPr>
          <p:cNvPr id="11" name="Straight Connector 10">
            <a:extLst>
              <a:ext uri="{FF2B5EF4-FFF2-40B4-BE49-F238E27FC236}">
                <a16:creationId xmlns:a16="http://schemas.microsoft.com/office/drawing/2014/main" id="{691422F5-4221-4812-AFD9-5479C6D60AD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580905" y="1031005"/>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D5EAF0B-474F-FFD3-5D37-3380B4A66579}"/>
              </a:ext>
            </a:extLst>
          </p:cNvPr>
          <p:cNvSpPr>
            <a:spLocks noGrp="1"/>
          </p:cNvSpPr>
          <p:nvPr>
            <p:ph idx="1"/>
          </p:nvPr>
        </p:nvSpPr>
        <p:spPr>
          <a:xfrm>
            <a:off x="5496821" y="2633236"/>
            <a:ext cx="6034187" cy="3664687"/>
          </a:xfrm>
        </p:spPr>
        <p:txBody>
          <a:bodyPr>
            <a:normAutofit/>
          </a:bodyPr>
          <a:lstStyle/>
          <a:p>
            <a:r>
              <a:rPr lang="en-US" sz="1700" dirty="0"/>
              <a:t>Usually, the architecture is logically divided into three layers</a:t>
            </a:r>
          </a:p>
          <a:p>
            <a:pPr lvl="1"/>
            <a:r>
              <a:rPr lang="en-US" sz="1700" dirty="0"/>
              <a:t>Physical Process Layer</a:t>
            </a:r>
          </a:p>
          <a:p>
            <a:pPr lvl="1"/>
            <a:r>
              <a:rPr lang="en-US" sz="1700" dirty="0"/>
              <a:t>ICS Device Layer (Control Logic &amp; Hardware Simulation)</a:t>
            </a:r>
          </a:p>
          <a:p>
            <a:pPr lvl="1"/>
            <a:r>
              <a:rPr lang="en-US" sz="1700" dirty="0"/>
              <a:t>Network Layer</a:t>
            </a:r>
          </a:p>
          <a:p>
            <a:r>
              <a:rPr lang="en-US" sz="1700" dirty="0"/>
              <a:t>There may be additional Cross-layer Elements:</a:t>
            </a:r>
          </a:p>
          <a:p>
            <a:pPr lvl="1"/>
            <a:r>
              <a:rPr lang="en-US" sz="1700" dirty="0"/>
              <a:t>Data Collection system</a:t>
            </a:r>
          </a:p>
          <a:p>
            <a:pPr lvl="1"/>
            <a:r>
              <a:rPr lang="en-US" sz="1700" dirty="0"/>
              <a:t>Isolation &amp; Security</a:t>
            </a:r>
          </a:p>
          <a:p>
            <a:pPr lvl="1"/>
            <a:r>
              <a:rPr lang="en-US" sz="1700" dirty="0"/>
              <a:t>Configuration &amp; Deployment</a:t>
            </a:r>
          </a:p>
        </p:txBody>
      </p:sp>
    </p:spTree>
    <p:extLst>
      <p:ext uri="{BB962C8B-B14F-4D97-AF65-F5344CB8AC3E}">
        <p14:creationId xmlns:p14="http://schemas.microsoft.com/office/powerpoint/2010/main" val="23479759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21C69525-1BE4-4BA0-A23C-3BB6C162EF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4D287C-85E5-B358-28EB-B176CFF43642}"/>
              </a:ext>
            </a:extLst>
          </p:cNvPr>
          <p:cNvSpPr>
            <a:spLocks noGrp="1"/>
          </p:cNvSpPr>
          <p:nvPr>
            <p:ph type="title"/>
          </p:nvPr>
        </p:nvSpPr>
        <p:spPr>
          <a:xfrm>
            <a:off x="640079" y="1371601"/>
            <a:ext cx="10890929" cy="1097280"/>
          </a:xfrm>
        </p:spPr>
        <p:txBody>
          <a:bodyPr>
            <a:normAutofit/>
          </a:bodyPr>
          <a:lstStyle/>
          <a:p>
            <a:r>
              <a:rPr lang="en-US" dirty="0"/>
              <a:t>Physical Process Layer</a:t>
            </a:r>
          </a:p>
        </p:txBody>
      </p:sp>
      <p:cxnSp>
        <p:nvCxnSpPr>
          <p:cNvPr id="14" name="Straight Connector 13">
            <a:extLst>
              <a:ext uri="{FF2B5EF4-FFF2-40B4-BE49-F238E27FC236}">
                <a16:creationId xmlns:a16="http://schemas.microsoft.com/office/drawing/2014/main" id="{B68AF875-C18B-4B48-AE4C-A63FD3CEFB1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15" name="Content Placeholder 2">
            <a:extLst>
              <a:ext uri="{FF2B5EF4-FFF2-40B4-BE49-F238E27FC236}">
                <a16:creationId xmlns:a16="http://schemas.microsoft.com/office/drawing/2014/main" id="{84A15814-2358-2FD5-EF2F-10C7E58E947A}"/>
              </a:ext>
            </a:extLst>
          </p:cNvPr>
          <p:cNvGraphicFramePr>
            <a:graphicFrameLocks noGrp="1"/>
          </p:cNvGraphicFramePr>
          <p:nvPr>
            <p:ph idx="1"/>
            <p:extLst>
              <p:ext uri="{D42A27DB-BD31-4B8C-83A1-F6EECF244321}">
                <p14:modId xmlns:p14="http://schemas.microsoft.com/office/powerpoint/2010/main" val="908211971"/>
              </p:ext>
            </p:extLst>
          </p:nvPr>
        </p:nvGraphicFramePr>
        <p:xfrm>
          <a:off x="1692094" y="2159000"/>
          <a:ext cx="10890929" cy="37388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845479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2F715-80C5-0BE7-9FAC-BE47309A0A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B1C9F5-CB55-7E16-442A-B39EBCD19FBB}"/>
              </a:ext>
            </a:extLst>
          </p:cNvPr>
          <p:cNvSpPr>
            <a:spLocks noGrp="1"/>
          </p:cNvSpPr>
          <p:nvPr>
            <p:ph type="title"/>
          </p:nvPr>
        </p:nvSpPr>
        <p:spPr>
          <a:xfrm>
            <a:off x="640079" y="1371601"/>
            <a:ext cx="10890929" cy="1097280"/>
          </a:xfrm>
        </p:spPr>
        <p:txBody>
          <a:bodyPr>
            <a:normAutofit/>
          </a:bodyPr>
          <a:lstStyle/>
          <a:p>
            <a:r>
              <a:rPr lang="en-US" dirty="0"/>
              <a:t>ICS Device Layer</a:t>
            </a:r>
          </a:p>
        </p:txBody>
      </p:sp>
      <p:graphicFrame>
        <p:nvGraphicFramePr>
          <p:cNvPr id="15" name="Content Placeholder 2">
            <a:extLst>
              <a:ext uri="{FF2B5EF4-FFF2-40B4-BE49-F238E27FC236}">
                <a16:creationId xmlns:a16="http://schemas.microsoft.com/office/drawing/2014/main" id="{5F7C1955-CD41-83B3-D371-E044B83A2DC3}"/>
              </a:ext>
            </a:extLst>
          </p:cNvPr>
          <p:cNvGraphicFramePr>
            <a:graphicFrameLocks noGrp="1"/>
          </p:cNvGraphicFramePr>
          <p:nvPr>
            <p:ph idx="1"/>
            <p:extLst>
              <p:ext uri="{D42A27DB-BD31-4B8C-83A1-F6EECF244321}">
                <p14:modId xmlns:p14="http://schemas.microsoft.com/office/powerpoint/2010/main" val="539690004"/>
              </p:ext>
            </p:extLst>
          </p:nvPr>
        </p:nvGraphicFramePr>
        <p:xfrm>
          <a:off x="1692094" y="2159000"/>
          <a:ext cx="10890929" cy="37388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294899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9B87E-E7AB-4A40-8F50-DA83668ECF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AA8443-BE17-25FF-A452-F736A2A3F5F3}"/>
              </a:ext>
            </a:extLst>
          </p:cNvPr>
          <p:cNvSpPr>
            <a:spLocks noGrp="1"/>
          </p:cNvSpPr>
          <p:nvPr>
            <p:ph type="title"/>
          </p:nvPr>
        </p:nvSpPr>
        <p:spPr>
          <a:xfrm>
            <a:off x="640079" y="1371601"/>
            <a:ext cx="10890929" cy="1097280"/>
          </a:xfrm>
        </p:spPr>
        <p:txBody>
          <a:bodyPr>
            <a:normAutofit/>
          </a:bodyPr>
          <a:lstStyle/>
          <a:p>
            <a:r>
              <a:rPr lang="en-US" dirty="0"/>
              <a:t>Network Layer</a:t>
            </a:r>
          </a:p>
        </p:txBody>
      </p:sp>
      <p:graphicFrame>
        <p:nvGraphicFramePr>
          <p:cNvPr id="15" name="Content Placeholder 2">
            <a:extLst>
              <a:ext uri="{FF2B5EF4-FFF2-40B4-BE49-F238E27FC236}">
                <a16:creationId xmlns:a16="http://schemas.microsoft.com/office/drawing/2014/main" id="{5D0247C0-864D-642F-FE68-0CD338CDC8A5}"/>
              </a:ext>
            </a:extLst>
          </p:cNvPr>
          <p:cNvGraphicFramePr>
            <a:graphicFrameLocks noGrp="1"/>
          </p:cNvGraphicFramePr>
          <p:nvPr>
            <p:ph idx="1"/>
            <p:extLst>
              <p:ext uri="{D42A27DB-BD31-4B8C-83A1-F6EECF244321}">
                <p14:modId xmlns:p14="http://schemas.microsoft.com/office/powerpoint/2010/main" val="1570893265"/>
              </p:ext>
            </p:extLst>
          </p:nvPr>
        </p:nvGraphicFramePr>
        <p:xfrm>
          <a:off x="1692094" y="2159000"/>
          <a:ext cx="10890929" cy="37388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583153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D35D70A-45A0-BC6D-8B20-A43D7A96A75E}"/>
              </a:ext>
            </a:extLst>
          </p:cNvPr>
          <p:cNvSpPr>
            <a:spLocks noGrp="1"/>
          </p:cNvSpPr>
          <p:nvPr>
            <p:ph type="title"/>
          </p:nvPr>
        </p:nvSpPr>
        <p:spPr>
          <a:xfrm>
            <a:off x="640079" y="570750"/>
            <a:ext cx="10890929" cy="1387934"/>
          </a:xfrm>
        </p:spPr>
        <p:txBody>
          <a:bodyPr anchor="b">
            <a:normAutofit/>
          </a:bodyPr>
          <a:lstStyle/>
          <a:p>
            <a:r>
              <a:rPr lang="en-US" dirty="0"/>
              <a:t>Paper Topology Layers</a:t>
            </a:r>
          </a:p>
        </p:txBody>
      </p:sp>
      <p:cxnSp>
        <p:nvCxnSpPr>
          <p:cNvPr id="14" name="Straight Connector 13">
            <a:extLst>
              <a:ext uri="{FF2B5EF4-FFF2-40B4-BE49-F238E27FC236}">
                <a16:creationId xmlns:a16="http://schemas.microsoft.com/office/drawing/2014/main" id="{E62D3963-2153-4637-96E6-E31BD2CE5D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2307479"/>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15" name="Content Placeholder 2">
            <a:extLst>
              <a:ext uri="{FF2B5EF4-FFF2-40B4-BE49-F238E27FC236}">
                <a16:creationId xmlns:a16="http://schemas.microsoft.com/office/drawing/2014/main" id="{1B589F8B-76E3-BC8D-8FBB-E3F257002C5B}"/>
              </a:ext>
            </a:extLst>
          </p:cNvPr>
          <p:cNvGraphicFramePr>
            <a:graphicFrameLocks noGrp="1"/>
          </p:cNvGraphicFramePr>
          <p:nvPr>
            <p:ph idx="1"/>
            <p:extLst>
              <p:ext uri="{D42A27DB-BD31-4B8C-83A1-F6EECF244321}">
                <p14:modId xmlns:p14="http://schemas.microsoft.com/office/powerpoint/2010/main" val="1274505807"/>
              </p:ext>
            </p:extLst>
          </p:nvPr>
        </p:nvGraphicFramePr>
        <p:xfrm>
          <a:off x="640079" y="2559050"/>
          <a:ext cx="10890929" cy="37388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115972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3599035-8CE9-1DB4-95CA-9A717107C2B8}"/>
              </a:ext>
            </a:extLst>
          </p:cNvPr>
          <p:cNvSpPr>
            <a:spLocks noGrp="1"/>
          </p:cNvSpPr>
          <p:nvPr>
            <p:ph type="title"/>
          </p:nvPr>
        </p:nvSpPr>
        <p:spPr>
          <a:xfrm>
            <a:off x="640079" y="570750"/>
            <a:ext cx="10890929" cy="1387934"/>
          </a:xfrm>
        </p:spPr>
        <p:txBody>
          <a:bodyPr anchor="b">
            <a:normAutofit/>
          </a:bodyPr>
          <a:lstStyle/>
          <a:p>
            <a:r>
              <a:rPr lang="en-US" dirty="0"/>
              <a:t>Types of Honeypots</a:t>
            </a:r>
          </a:p>
        </p:txBody>
      </p:sp>
      <p:cxnSp>
        <p:nvCxnSpPr>
          <p:cNvPr id="12" name="Straight Connector 11">
            <a:extLst>
              <a:ext uri="{FF2B5EF4-FFF2-40B4-BE49-F238E27FC236}">
                <a16:creationId xmlns:a16="http://schemas.microsoft.com/office/drawing/2014/main" id="{E62D3963-2153-4637-96E6-E31BD2CE5D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2307479"/>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Content Placeholder 2">
            <a:extLst>
              <a:ext uri="{FF2B5EF4-FFF2-40B4-BE49-F238E27FC236}">
                <a16:creationId xmlns:a16="http://schemas.microsoft.com/office/drawing/2014/main" id="{4B669D4C-0731-2815-DC0A-D20C902E08D3}"/>
              </a:ext>
            </a:extLst>
          </p:cNvPr>
          <p:cNvSpPr txBox="1">
            <a:spLocks/>
          </p:cNvSpPr>
          <p:nvPr/>
        </p:nvSpPr>
        <p:spPr>
          <a:xfrm>
            <a:off x="5526405" y="2633472"/>
            <a:ext cx="5198745" cy="3566160"/>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graphicFrame>
        <p:nvGraphicFramePr>
          <p:cNvPr id="6" name="Content Placeholder 2">
            <a:extLst>
              <a:ext uri="{FF2B5EF4-FFF2-40B4-BE49-F238E27FC236}">
                <a16:creationId xmlns:a16="http://schemas.microsoft.com/office/drawing/2014/main" id="{AC44ADF4-D807-2B80-71CA-E5A6AA583C62}"/>
              </a:ext>
            </a:extLst>
          </p:cNvPr>
          <p:cNvGraphicFramePr>
            <a:graphicFrameLocks noGrp="1"/>
          </p:cNvGraphicFramePr>
          <p:nvPr>
            <p:ph idx="1"/>
            <p:extLst>
              <p:ext uri="{D42A27DB-BD31-4B8C-83A1-F6EECF244321}">
                <p14:modId xmlns:p14="http://schemas.microsoft.com/office/powerpoint/2010/main" val="2589593698"/>
              </p:ext>
            </p:extLst>
          </p:nvPr>
        </p:nvGraphicFramePr>
        <p:xfrm>
          <a:off x="640079" y="2559050"/>
          <a:ext cx="10890929" cy="37388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167690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F620C6-19FB-AF3A-D461-6695E3A50AC6}"/>
              </a:ext>
            </a:extLst>
          </p:cNvPr>
          <p:cNvSpPr>
            <a:spLocks noGrp="1"/>
          </p:cNvSpPr>
          <p:nvPr>
            <p:ph type="title"/>
          </p:nvPr>
        </p:nvSpPr>
        <p:spPr>
          <a:xfrm>
            <a:off x="640079" y="570750"/>
            <a:ext cx="10890929" cy="1387934"/>
          </a:xfrm>
        </p:spPr>
        <p:txBody>
          <a:bodyPr anchor="b">
            <a:normAutofit/>
          </a:bodyPr>
          <a:lstStyle/>
          <a:p>
            <a:r>
              <a:rPr lang="en-US" dirty="0"/>
              <a:t>Types of Honeypots</a:t>
            </a:r>
          </a:p>
        </p:txBody>
      </p:sp>
      <p:cxnSp>
        <p:nvCxnSpPr>
          <p:cNvPr id="11" name="Straight Connector 10">
            <a:extLst>
              <a:ext uri="{FF2B5EF4-FFF2-40B4-BE49-F238E27FC236}">
                <a16:creationId xmlns:a16="http://schemas.microsoft.com/office/drawing/2014/main" id="{E62D3963-2153-4637-96E6-E31BD2CE5D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2307479"/>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43C087CE-F49D-8644-1D49-FC82314A27C7}"/>
              </a:ext>
            </a:extLst>
          </p:cNvPr>
          <p:cNvGraphicFramePr>
            <a:graphicFrameLocks noGrp="1"/>
          </p:cNvGraphicFramePr>
          <p:nvPr>
            <p:ph idx="1"/>
            <p:extLst>
              <p:ext uri="{D42A27DB-BD31-4B8C-83A1-F6EECF244321}">
                <p14:modId xmlns:p14="http://schemas.microsoft.com/office/powerpoint/2010/main" val="502093233"/>
              </p:ext>
            </p:extLst>
          </p:nvPr>
        </p:nvGraphicFramePr>
        <p:xfrm>
          <a:off x="640079" y="2559050"/>
          <a:ext cx="10890929" cy="37388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324039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8D02B45-E45E-7E58-5048-E8B3C0DB1DCC}"/>
              </a:ext>
            </a:extLst>
          </p:cNvPr>
          <p:cNvSpPr>
            <a:spLocks noGrp="1"/>
          </p:cNvSpPr>
          <p:nvPr>
            <p:ph type="title"/>
          </p:nvPr>
        </p:nvSpPr>
        <p:spPr>
          <a:xfrm>
            <a:off x="640079" y="570750"/>
            <a:ext cx="10890929" cy="1387934"/>
          </a:xfrm>
        </p:spPr>
        <p:txBody>
          <a:bodyPr anchor="b">
            <a:normAutofit/>
          </a:bodyPr>
          <a:lstStyle/>
          <a:p>
            <a:r>
              <a:rPr lang="en-US" dirty="0"/>
              <a:t>Types of Honeypots</a:t>
            </a:r>
          </a:p>
        </p:txBody>
      </p:sp>
      <p:cxnSp>
        <p:nvCxnSpPr>
          <p:cNvPr id="14" name="Straight Connector 13">
            <a:extLst>
              <a:ext uri="{FF2B5EF4-FFF2-40B4-BE49-F238E27FC236}">
                <a16:creationId xmlns:a16="http://schemas.microsoft.com/office/drawing/2014/main" id="{E62D3963-2153-4637-96E6-E31BD2CE5D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2307479"/>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15" name="Content Placeholder 2">
            <a:extLst>
              <a:ext uri="{FF2B5EF4-FFF2-40B4-BE49-F238E27FC236}">
                <a16:creationId xmlns:a16="http://schemas.microsoft.com/office/drawing/2014/main" id="{CA875885-50AC-9370-36D7-095B727E8D71}"/>
              </a:ext>
            </a:extLst>
          </p:cNvPr>
          <p:cNvGraphicFramePr>
            <a:graphicFrameLocks noGrp="1"/>
          </p:cNvGraphicFramePr>
          <p:nvPr>
            <p:ph idx="1"/>
            <p:extLst>
              <p:ext uri="{D42A27DB-BD31-4B8C-83A1-F6EECF244321}">
                <p14:modId xmlns:p14="http://schemas.microsoft.com/office/powerpoint/2010/main" val="2293337703"/>
              </p:ext>
            </p:extLst>
          </p:nvPr>
        </p:nvGraphicFramePr>
        <p:xfrm>
          <a:off x="640079" y="2559050"/>
          <a:ext cx="10890929" cy="37388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482583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75B8FB2-976D-79B2-B9F7-437F76399F7E}"/>
              </a:ext>
            </a:extLst>
          </p:cNvPr>
          <p:cNvSpPr>
            <a:spLocks noGrp="1"/>
          </p:cNvSpPr>
          <p:nvPr>
            <p:ph type="title"/>
          </p:nvPr>
        </p:nvSpPr>
        <p:spPr>
          <a:xfrm>
            <a:off x="640078" y="768282"/>
            <a:ext cx="10890929" cy="1387934"/>
          </a:xfrm>
        </p:spPr>
        <p:txBody>
          <a:bodyPr anchor="b">
            <a:normAutofit/>
          </a:bodyPr>
          <a:lstStyle/>
          <a:p>
            <a:r>
              <a:rPr lang="en-US" dirty="0"/>
              <a:t>Types of Honeypots</a:t>
            </a:r>
          </a:p>
        </p:txBody>
      </p:sp>
      <p:cxnSp>
        <p:nvCxnSpPr>
          <p:cNvPr id="11" name="Straight Connector 10">
            <a:extLst>
              <a:ext uri="{FF2B5EF4-FFF2-40B4-BE49-F238E27FC236}">
                <a16:creationId xmlns:a16="http://schemas.microsoft.com/office/drawing/2014/main" id="{E62D3963-2153-4637-96E6-E31BD2CE5D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2307479"/>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6D78715A-DCBE-7D6E-7A84-EB13A700C8BC}"/>
              </a:ext>
            </a:extLst>
          </p:cNvPr>
          <p:cNvGraphicFramePr>
            <a:graphicFrameLocks noGrp="1"/>
          </p:cNvGraphicFramePr>
          <p:nvPr>
            <p:ph idx="1"/>
            <p:extLst>
              <p:ext uri="{D42A27DB-BD31-4B8C-83A1-F6EECF244321}">
                <p14:modId xmlns:p14="http://schemas.microsoft.com/office/powerpoint/2010/main" val="2355053993"/>
              </p:ext>
            </p:extLst>
          </p:nvPr>
        </p:nvGraphicFramePr>
        <p:xfrm>
          <a:off x="903372" y="2206637"/>
          <a:ext cx="10364342" cy="40806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07327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FA28065-75B2-F0BA-98B7-3648A1C63FCC}"/>
              </a:ext>
            </a:extLst>
          </p:cNvPr>
          <p:cNvSpPr>
            <a:spLocks noGrp="1"/>
          </p:cNvSpPr>
          <p:nvPr>
            <p:ph type="title"/>
          </p:nvPr>
        </p:nvSpPr>
        <p:spPr>
          <a:xfrm>
            <a:off x="640080" y="914399"/>
            <a:ext cx="3000587" cy="4160520"/>
          </a:xfrm>
        </p:spPr>
        <p:txBody>
          <a:bodyPr anchor="t">
            <a:normAutofit/>
          </a:bodyPr>
          <a:lstStyle/>
          <a:p>
            <a:r>
              <a:rPr lang="en-US" sz="3600"/>
              <a:t>Additional requirements of ICS honeypot</a:t>
            </a:r>
          </a:p>
        </p:txBody>
      </p:sp>
      <p:cxnSp>
        <p:nvCxnSpPr>
          <p:cNvPr id="11" name="Straight Connector 10">
            <a:extLst>
              <a:ext uri="{FF2B5EF4-FFF2-40B4-BE49-F238E27FC236}">
                <a16:creationId xmlns:a16="http://schemas.microsoft.com/office/drawing/2014/main" id="{05ADA91C-AD52-A530-A898-AD6E6987459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4395D4A8-45F3-8BF5-B50B-7D504394745B}"/>
              </a:ext>
            </a:extLst>
          </p:cNvPr>
          <p:cNvGraphicFramePr>
            <a:graphicFrameLocks noGrp="1"/>
          </p:cNvGraphicFramePr>
          <p:nvPr>
            <p:ph idx="1"/>
            <p:extLst>
              <p:ext uri="{D42A27DB-BD31-4B8C-83A1-F6EECF244321}">
                <p14:modId xmlns:p14="http://schemas.microsoft.com/office/powerpoint/2010/main" val="408845049"/>
              </p:ext>
            </p:extLst>
          </p:nvPr>
        </p:nvGraphicFramePr>
        <p:xfrm>
          <a:off x="4303332" y="891606"/>
          <a:ext cx="7216416" cy="51112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90998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1C69525-1BE4-4BA0-A23C-3BB6C162EF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82F1B7D-96B1-91D9-0526-AE25DE3C8388}"/>
              </a:ext>
            </a:extLst>
          </p:cNvPr>
          <p:cNvSpPr>
            <a:spLocks noGrp="1"/>
          </p:cNvSpPr>
          <p:nvPr>
            <p:ph type="title"/>
          </p:nvPr>
        </p:nvSpPr>
        <p:spPr>
          <a:xfrm>
            <a:off x="640079" y="1371601"/>
            <a:ext cx="10890929" cy="1097280"/>
          </a:xfrm>
        </p:spPr>
        <p:txBody>
          <a:bodyPr>
            <a:normAutofit/>
          </a:bodyPr>
          <a:lstStyle/>
          <a:p>
            <a:r>
              <a:rPr lang="en-US" dirty="0"/>
              <a:t>Attacker Model</a:t>
            </a:r>
          </a:p>
        </p:txBody>
      </p:sp>
      <p:cxnSp>
        <p:nvCxnSpPr>
          <p:cNvPr id="11" name="Straight Connector 10">
            <a:extLst>
              <a:ext uri="{FF2B5EF4-FFF2-40B4-BE49-F238E27FC236}">
                <a16:creationId xmlns:a16="http://schemas.microsoft.com/office/drawing/2014/main" id="{B68AF875-C18B-4B48-AE4C-A63FD3CEFB1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CE893B15-ADD2-C43A-CF81-FCA2013D8CDE}"/>
              </a:ext>
            </a:extLst>
          </p:cNvPr>
          <p:cNvGraphicFramePr>
            <a:graphicFrameLocks noGrp="1"/>
          </p:cNvGraphicFramePr>
          <p:nvPr>
            <p:ph idx="1"/>
            <p:extLst>
              <p:ext uri="{D42A27DB-BD31-4B8C-83A1-F6EECF244321}">
                <p14:modId xmlns:p14="http://schemas.microsoft.com/office/powerpoint/2010/main" val="4037008566"/>
              </p:ext>
            </p:extLst>
          </p:nvPr>
        </p:nvGraphicFramePr>
        <p:xfrm>
          <a:off x="640079" y="2559050"/>
          <a:ext cx="10890929" cy="37388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189252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9" name="Rectangle 18">
            <a:extLst>
              <a:ext uri="{FF2B5EF4-FFF2-40B4-BE49-F238E27FC236}">
                <a16:creationId xmlns:a16="http://schemas.microsoft.com/office/drawing/2014/main" id="{149F9F0F-FB8C-5565-247C-BDCC156B5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9">
            <a:extLst>
              <a:ext uri="{FF2B5EF4-FFF2-40B4-BE49-F238E27FC236}">
                <a16:creationId xmlns:a16="http://schemas.microsoft.com/office/drawing/2014/main" id="{ABA4FDDF-F59C-428B-8603-3A86D75931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214C24BD-5143-6FD6-35C9-E04C4F6A98FE}"/>
              </a:ext>
            </a:extLst>
          </p:cNvPr>
          <p:cNvPicPr>
            <a:picLocks noGrp="1" noChangeAspect="1"/>
          </p:cNvPicPr>
          <p:nvPr>
            <p:ph idx="1"/>
          </p:nvPr>
        </p:nvPicPr>
        <p:blipFill>
          <a:blip r:embed="rId3"/>
          <a:srcRect t="6741" b="8031"/>
          <a:stretch>
            <a:fillRect/>
          </a:stretch>
        </p:blipFill>
        <p:spPr>
          <a:xfrm>
            <a:off x="4648200" y="1031001"/>
            <a:ext cx="7235299" cy="4069849"/>
          </a:xfrm>
          <a:prstGeom prst="rect">
            <a:avLst/>
          </a:prstGeom>
        </p:spPr>
      </p:pic>
      <p:sp>
        <p:nvSpPr>
          <p:cNvPr id="6" name="TextBox 5">
            <a:extLst>
              <a:ext uri="{FF2B5EF4-FFF2-40B4-BE49-F238E27FC236}">
                <a16:creationId xmlns:a16="http://schemas.microsoft.com/office/drawing/2014/main" id="{E16979D7-9A8A-3416-52E1-4B2D41F6D99B}"/>
              </a:ext>
            </a:extLst>
          </p:cNvPr>
          <p:cNvSpPr txBox="1"/>
          <p:nvPr/>
        </p:nvSpPr>
        <p:spPr>
          <a:xfrm>
            <a:off x="308501" y="605175"/>
            <a:ext cx="5257800" cy="646331"/>
          </a:xfrm>
          <a:prstGeom prst="rect">
            <a:avLst/>
          </a:prstGeom>
          <a:noFill/>
        </p:spPr>
        <p:txBody>
          <a:bodyPr wrap="square" rtlCol="0">
            <a:spAutoFit/>
          </a:bodyPr>
          <a:lstStyle/>
          <a:p>
            <a:r>
              <a:rPr lang="en-US" b="1" dirty="0"/>
              <a:t>High-level comparison between presented honeypot architecture, and real ICS architecture</a:t>
            </a:r>
          </a:p>
        </p:txBody>
      </p:sp>
      <p:sp>
        <p:nvSpPr>
          <p:cNvPr id="7" name="TextBox 6">
            <a:extLst>
              <a:ext uri="{FF2B5EF4-FFF2-40B4-BE49-F238E27FC236}">
                <a16:creationId xmlns:a16="http://schemas.microsoft.com/office/drawing/2014/main" id="{720D7CB5-9845-3C5E-A5FD-6322FDDE1C6E}"/>
              </a:ext>
            </a:extLst>
          </p:cNvPr>
          <p:cNvSpPr txBox="1"/>
          <p:nvPr/>
        </p:nvSpPr>
        <p:spPr>
          <a:xfrm>
            <a:off x="361950" y="1443841"/>
            <a:ext cx="4286250" cy="3970318"/>
          </a:xfrm>
          <a:prstGeom prst="rect">
            <a:avLst/>
          </a:prstGeom>
          <a:noFill/>
        </p:spPr>
        <p:txBody>
          <a:bodyPr wrap="square" rtlCol="0">
            <a:spAutoFit/>
          </a:bodyPr>
          <a:lstStyle/>
          <a:p>
            <a:pPr marL="285750" indent="-285750">
              <a:buFont typeface="Arial" panose="020B0604020202020204" pitchFamily="34" charset="0"/>
              <a:buChar char="•"/>
            </a:pPr>
            <a:r>
              <a:rPr lang="en-US" b="1" dirty="0"/>
              <a:t>The attacker comes over the internet</a:t>
            </a:r>
          </a:p>
          <a:p>
            <a:pPr marL="285750" indent="-285750">
              <a:buFont typeface="Arial" panose="020B0604020202020204" pitchFamily="34" charset="0"/>
              <a:buChar char="•"/>
            </a:pPr>
            <a:r>
              <a:rPr lang="en-US" b="1" dirty="0"/>
              <a:t>He can access the fake internal network via:</a:t>
            </a:r>
          </a:p>
          <a:p>
            <a:pPr marL="742950" lvl="1" indent="-285750">
              <a:buFont typeface="Arial" panose="020B0604020202020204" pitchFamily="34" charset="0"/>
              <a:buChar char="•"/>
            </a:pPr>
            <a:r>
              <a:rPr lang="en-US" b="1" dirty="0"/>
              <a:t>VPN ( gives access to the honeypot over the network)</a:t>
            </a:r>
          </a:p>
          <a:p>
            <a:pPr marL="742950" lvl="1" indent="-285750">
              <a:buFont typeface="Arial" panose="020B0604020202020204" pitchFamily="34" charset="0"/>
              <a:buChar char="•"/>
            </a:pPr>
            <a:r>
              <a:rPr lang="en-US" b="1" dirty="0"/>
              <a:t>Vulnerable interfaces (SSH), gives a command line interface on an ICS device connected to  the internal network</a:t>
            </a:r>
          </a:p>
          <a:p>
            <a:pPr marL="285750" indent="-285750">
              <a:buFont typeface="Arial" panose="020B0604020202020204" pitchFamily="34" charset="0"/>
              <a:buChar char="•"/>
            </a:pPr>
            <a:r>
              <a:rPr lang="en-US" b="1" dirty="0"/>
              <a:t>Emulated network enables to reproduce the same network topology as the real ICS</a:t>
            </a:r>
          </a:p>
          <a:p>
            <a:pPr marL="285750" indent="-285750">
              <a:buFont typeface="Arial" panose="020B0604020202020204" pitchFamily="34" charset="0"/>
              <a:buChar char="•"/>
            </a:pPr>
            <a:r>
              <a:rPr lang="en-US" b="1" dirty="0"/>
              <a:t>A set of simulated devices reproduces the control logic of the ICS system</a:t>
            </a:r>
          </a:p>
        </p:txBody>
      </p:sp>
      <p:sp>
        <p:nvSpPr>
          <p:cNvPr id="8" name="Rectangle 7">
            <a:extLst>
              <a:ext uri="{FF2B5EF4-FFF2-40B4-BE49-F238E27FC236}">
                <a16:creationId xmlns:a16="http://schemas.microsoft.com/office/drawing/2014/main" id="{9C7B8DFD-AAA4-5C15-EE10-38B3E014BE5D}"/>
              </a:ext>
            </a:extLst>
          </p:cNvPr>
          <p:cNvSpPr/>
          <p:nvPr/>
        </p:nvSpPr>
        <p:spPr>
          <a:xfrm flipV="1">
            <a:off x="361949" y="1230036"/>
            <a:ext cx="4886325" cy="45719"/>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D1C7158F-1A43-C8FF-803E-007E48C7AFFB}"/>
              </a:ext>
            </a:extLst>
          </p:cNvPr>
          <p:cNvSpPr txBox="1"/>
          <p:nvPr/>
        </p:nvSpPr>
        <p:spPr>
          <a:xfrm>
            <a:off x="361949" y="5457667"/>
            <a:ext cx="11049000" cy="1200329"/>
          </a:xfrm>
          <a:prstGeom prst="rect">
            <a:avLst/>
          </a:prstGeom>
          <a:noFill/>
        </p:spPr>
        <p:txBody>
          <a:bodyPr wrap="square" rtlCol="0">
            <a:spAutoFit/>
          </a:bodyPr>
          <a:lstStyle/>
          <a:p>
            <a:pPr marL="285750" indent="-285750">
              <a:buFont typeface="Arial" panose="020B0604020202020204" pitchFamily="34" charset="0"/>
              <a:buChar char="•"/>
            </a:pPr>
            <a:r>
              <a:rPr lang="en-US" b="1" dirty="0"/>
              <a:t>A physical process simulation mimics the real physical process</a:t>
            </a:r>
          </a:p>
          <a:p>
            <a:pPr marL="285750" indent="-285750">
              <a:buFont typeface="Arial" panose="020B0604020202020204" pitchFamily="34" charset="0"/>
              <a:buChar char="•"/>
            </a:pPr>
            <a:r>
              <a:rPr lang="en-US" b="1" dirty="0"/>
              <a:t>The ICS block is represented with dashed lines, to underline the fact that the proposed design physically separate the honeypot network from the real ICS one, this provides additional layer of security, in contrast to the traditional honeypots which are deployed inside the internal network.</a:t>
            </a:r>
          </a:p>
        </p:txBody>
      </p:sp>
    </p:spTree>
    <p:extLst>
      <p:ext uri="{BB962C8B-B14F-4D97-AF65-F5344CB8AC3E}">
        <p14:creationId xmlns:p14="http://schemas.microsoft.com/office/powerpoint/2010/main" val="37603910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0170F-36BE-54C0-AC37-311F4CB42C49}"/>
              </a:ext>
            </a:extLst>
          </p:cNvPr>
          <p:cNvSpPr>
            <a:spLocks noGrp="1"/>
          </p:cNvSpPr>
          <p:nvPr>
            <p:ph type="title"/>
          </p:nvPr>
        </p:nvSpPr>
        <p:spPr>
          <a:xfrm>
            <a:off x="5496821" y="1371600"/>
            <a:ext cx="6034187" cy="1097280"/>
          </a:xfrm>
        </p:spPr>
        <p:txBody>
          <a:bodyPr>
            <a:normAutofit/>
          </a:bodyPr>
          <a:lstStyle/>
          <a:p>
            <a:r>
              <a:rPr lang="en-US" dirty="0"/>
              <a:t>Architecture</a:t>
            </a:r>
          </a:p>
        </p:txBody>
      </p:sp>
      <p:pic>
        <p:nvPicPr>
          <p:cNvPr id="5" name="Picture 4">
            <a:extLst>
              <a:ext uri="{FF2B5EF4-FFF2-40B4-BE49-F238E27FC236}">
                <a16:creationId xmlns:a16="http://schemas.microsoft.com/office/drawing/2014/main" id="{867A1476-92A0-13EF-76DE-B4351862AC2A}"/>
              </a:ext>
            </a:extLst>
          </p:cNvPr>
          <p:cNvPicPr>
            <a:picLocks noChangeAspect="1"/>
          </p:cNvPicPr>
          <p:nvPr/>
        </p:nvPicPr>
        <p:blipFill>
          <a:blip r:embed="rId3"/>
          <a:srcRect l="4498" r="55657"/>
          <a:stretch>
            <a:fillRect/>
          </a:stretch>
        </p:blipFill>
        <p:spPr>
          <a:xfrm>
            <a:off x="20" y="10"/>
            <a:ext cx="4857871" cy="6857990"/>
          </a:xfrm>
          <a:prstGeom prst="rect">
            <a:avLst/>
          </a:prstGeom>
        </p:spPr>
      </p:pic>
      <p:sp>
        <p:nvSpPr>
          <p:cNvPr id="3" name="Content Placeholder 2">
            <a:extLst>
              <a:ext uri="{FF2B5EF4-FFF2-40B4-BE49-F238E27FC236}">
                <a16:creationId xmlns:a16="http://schemas.microsoft.com/office/drawing/2014/main" id="{943512C9-6B1B-C9E1-4352-7D4AC88BD0CA}"/>
              </a:ext>
            </a:extLst>
          </p:cNvPr>
          <p:cNvSpPr>
            <a:spLocks noGrp="1"/>
          </p:cNvSpPr>
          <p:nvPr>
            <p:ph idx="1"/>
          </p:nvPr>
        </p:nvSpPr>
        <p:spPr>
          <a:xfrm>
            <a:off x="5496821" y="2633236"/>
            <a:ext cx="6034187" cy="3664687"/>
          </a:xfrm>
        </p:spPr>
        <p:txBody>
          <a:bodyPr>
            <a:noAutofit/>
          </a:bodyPr>
          <a:lstStyle/>
          <a:p>
            <a:pPr>
              <a:lnSpc>
                <a:spcPct val="110000"/>
              </a:lnSpc>
            </a:pPr>
            <a:r>
              <a:rPr lang="en-US" sz="1800"/>
              <a:t>Server-based, high-interaction virtual honeypot</a:t>
            </a:r>
          </a:p>
          <a:p>
            <a:pPr>
              <a:lnSpc>
                <a:spcPct val="110000"/>
              </a:lnSpc>
            </a:pPr>
            <a:r>
              <a:rPr lang="en-US" sz="1800"/>
              <a:t>Exposes real services (SSH, Telnet, or HTTP)</a:t>
            </a:r>
          </a:p>
          <a:p>
            <a:pPr>
              <a:lnSpc>
                <a:spcPct val="110000"/>
              </a:lnSpc>
            </a:pPr>
            <a:r>
              <a:rPr lang="en-US" sz="1800"/>
              <a:t>Simulates PLCs, HMIs, and physical processes using Python and MiniCPS.</a:t>
            </a:r>
          </a:p>
          <a:p>
            <a:pPr>
              <a:lnSpc>
                <a:spcPct val="110000"/>
              </a:lnSpc>
            </a:pPr>
            <a:r>
              <a:rPr lang="en-US" sz="1800"/>
              <a:t>Allows attacker access through:</a:t>
            </a:r>
          </a:p>
          <a:p>
            <a:pPr lvl="1">
              <a:lnSpc>
                <a:spcPct val="110000"/>
              </a:lnSpc>
            </a:pPr>
            <a:r>
              <a:rPr lang="en-US"/>
              <a:t>Vulnerable VPN (openConnect)</a:t>
            </a:r>
          </a:p>
          <a:p>
            <a:pPr lvl="1">
              <a:lnSpc>
                <a:spcPct val="110000"/>
              </a:lnSpc>
            </a:pPr>
            <a:r>
              <a:rPr lang="en-US"/>
              <a:t>Vulnerable gateway device (Telnet with default credentials)</a:t>
            </a:r>
          </a:p>
          <a:p>
            <a:pPr>
              <a:lnSpc>
                <a:spcPct val="110000"/>
              </a:lnSpc>
            </a:pPr>
            <a:r>
              <a:rPr lang="en-US" sz="1800"/>
              <a:t>Network emulation includes ARP poisoning, packet loss, latency shaing</a:t>
            </a:r>
            <a:endParaRPr lang="en-US" sz="1800" dirty="0"/>
          </a:p>
        </p:txBody>
      </p:sp>
    </p:spTree>
    <p:extLst>
      <p:ext uri="{BB962C8B-B14F-4D97-AF65-F5344CB8AC3E}">
        <p14:creationId xmlns:p14="http://schemas.microsoft.com/office/powerpoint/2010/main" val="9496298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51D02E7-50CE-60CD-0AA9-6C6EFB34B922}"/>
              </a:ext>
            </a:extLst>
          </p:cNvPr>
          <p:cNvSpPr>
            <a:spLocks noGrp="1"/>
          </p:cNvSpPr>
          <p:nvPr>
            <p:ph type="title"/>
          </p:nvPr>
        </p:nvSpPr>
        <p:spPr>
          <a:xfrm>
            <a:off x="944880" y="2319337"/>
            <a:ext cx="3000587" cy="1323975"/>
          </a:xfrm>
        </p:spPr>
        <p:txBody>
          <a:bodyPr anchor="t">
            <a:normAutofit/>
          </a:bodyPr>
          <a:lstStyle/>
          <a:p>
            <a:r>
              <a:rPr lang="en-US" sz="3600" dirty="0"/>
              <a:t>Qualitative Metrics</a:t>
            </a:r>
          </a:p>
        </p:txBody>
      </p:sp>
      <p:cxnSp>
        <p:nvCxnSpPr>
          <p:cNvPr id="14" name="Straight Connector 13">
            <a:extLst>
              <a:ext uri="{FF2B5EF4-FFF2-40B4-BE49-F238E27FC236}">
                <a16:creationId xmlns:a16="http://schemas.microsoft.com/office/drawing/2014/main" id="{05ADA91C-AD52-A530-A898-AD6E6987459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15" name="Content Placeholder 2">
            <a:extLst>
              <a:ext uri="{FF2B5EF4-FFF2-40B4-BE49-F238E27FC236}">
                <a16:creationId xmlns:a16="http://schemas.microsoft.com/office/drawing/2014/main" id="{D11D0311-DF18-1563-DACA-25F57669F7AD}"/>
              </a:ext>
            </a:extLst>
          </p:cNvPr>
          <p:cNvGraphicFramePr>
            <a:graphicFrameLocks noGrp="1"/>
          </p:cNvGraphicFramePr>
          <p:nvPr>
            <p:ph idx="1"/>
            <p:extLst>
              <p:ext uri="{D42A27DB-BD31-4B8C-83A1-F6EECF244321}">
                <p14:modId xmlns:p14="http://schemas.microsoft.com/office/powerpoint/2010/main" val="573431202"/>
              </p:ext>
            </p:extLst>
          </p:nvPr>
        </p:nvGraphicFramePr>
        <p:xfrm>
          <a:off x="4303332" y="891606"/>
          <a:ext cx="7216416" cy="51112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itle 1">
            <a:extLst>
              <a:ext uri="{FF2B5EF4-FFF2-40B4-BE49-F238E27FC236}">
                <a16:creationId xmlns:a16="http://schemas.microsoft.com/office/drawing/2014/main" id="{C238F282-3398-FC22-F69A-5717E9733D59}"/>
              </a:ext>
            </a:extLst>
          </p:cNvPr>
          <p:cNvSpPr txBox="1">
            <a:spLocks/>
          </p:cNvSpPr>
          <p:nvPr/>
        </p:nvSpPr>
        <p:spPr>
          <a:xfrm>
            <a:off x="944880" y="3480434"/>
            <a:ext cx="3541396" cy="1323975"/>
          </a:xfrm>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a:lstStyle>
          <a:p>
            <a:r>
              <a:rPr lang="en-US" sz="1800" dirty="0"/>
              <a:t>How to measure realism</a:t>
            </a:r>
          </a:p>
        </p:txBody>
      </p:sp>
      <p:sp>
        <p:nvSpPr>
          <p:cNvPr id="6" name="Rectangle 5">
            <a:extLst>
              <a:ext uri="{FF2B5EF4-FFF2-40B4-BE49-F238E27FC236}">
                <a16:creationId xmlns:a16="http://schemas.microsoft.com/office/drawing/2014/main" id="{C0997A7F-CCDD-3732-E1D3-6BB6566BD327}"/>
              </a:ext>
            </a:extLst>
          </p:cNvPr>
          <p:cNvSpPr/>
          <p:nvPr/>
        </p:nvSpPr>
        <p:spPr>
          <a:xfrm>
            <a:off x="1051710" y="3457575"/>
            <a:ext cx="2550795" cy="45719"/>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227358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B426C55-25B9-49D8-76BF-992DE8D3BCB4}"/>
              </a:ext>
            </a:extLst>
          </p:cNvPr>
          <p:cNvSpPr>
            <a:spLocks noGrp="1"/>
          </p:cNvSpPr>
          <p:nvPr>
            <p:ph type="title"/>
          </p:nvPr>
        </p:nvSpPr>
        <p:spPr>
          <a:xfrm>
            <a:off x="640080" y="914399"/>
            <a:ext cx="10847494" cy="1171069"/>
          </a:xfrm>
        </p:spPr>
        <p:txBody>
          <a:bodyPr anchor="t">
            <a:normAutofit/>
          </a:bodyPr>
          <a:lstStyle/>
          <a:p>
            <a:r>
              <a:rPr lang="en-US" dirty="0"/>
              <a:t>Implementation</a:t>
            </a:r>
          </a:p>
        </p:txBody>
      </p:sp>
      <p:pic>
        <p:nvPicPr>
          <p:cNvPr id="5" name="Picture 4">
            <a:extLst>
              <a:ext uri="{FF2B5EF4-FFF2-40B4-BE49-F238E27FC236}">
                <a16:creationId xmlns:a16="http://schemas.microsoft.com/office/drawing/2014/main" id="{3C325BFC-C94D-C14D-A108-46D7DC815CDF}"/>
              </a:ext>
            </a:extLst>
          </p:cNvPr>
          <p:cNvPicPr>
            <a:picLocks noChangeAspect="1"/>
          </p:cNvPicPr>
          <p:nvPr/>
        </p:nvPicPr>
        <p:blipFill>
          <a:blip r:embed="rId2"/>
          <a:stretch>
            <a:fillRect/>
          </a:stretch>
        </p:blipFill>
        <p:spPr>
          <a:xfrm>
            <a:off x="223688" y="1965331"/>
            <a:ext cx="6324899" cy="3842375"/>
          </a:xfrm>
          <a:prstGeom prst="rect">
            <a:avLst/>
          </a:prstGeom>
        </p:spPr>
      </p:pic>
      <p:sp>
        <p:nvSpPr>
          <p:cNvPr id="3" name="Content Placeholder 2">
            <a:extLst>
              <a:ext uri="{FF2B5EF4-FFF2-40B4-BE49-F238E27FC236}">
                <a16:creationId xmlns:a16="http://schemas.microsoft.com/office/drawing/2014/main" id="{D0D106D8-F0F7-5C35-4C59-8865D6D74FD9}"/>
              </a:ext>
            </a:extLst>
          </p:cNvPr>
          <p:cNvSpPr>
            <a:spLocks noGrp="1"/>
          </p:cNvSpPr>
          <p:nvPr>
            <p:ph idx="1"/>
          </p:nvPr>
        </p:nvSpPr>
        <p:spPr>
          <a:xfrm>
            <a:off x="6772275" y="1299598"/>
            <a:ext cx="4563618" cy="4387971"/>
          </a:xfrm>
        </p:spPr>
        <p:txBody>
          <a:bodyPr anchor="t">
            <a:noAutofit/>
          </a:bodyPr>
          <a:lstStyle/>
          <a:p>
            <a:pPr>
              <a:lnSpc>
                <a:spcPct val="110000"/>
              </a:lnSpc>
            </a:pPr>
            <a:r>
              <a:rPr lang="en-US" sz="1400" dirty="0"/>
              <a:t>Their implementation is based on </a:t>
            </a:r>
            <a:r>
              <a:rPr lang="en-US" sz="1400" dirty="0" err="1"/>
              <a:t>MiniCPS</a:t>
            </a:r>
            <a:r>
              <a:rPr lang="en-US" sz="1400" dirty="0"/>
              <a:t>, and it is the first academic work targeting Ethernet/IP</a:t>
            </a:r>
          </a:p>
          <a:p>
            <a:pPr>
              <a:lnSpc>
                <a:spcPct val="110000"/>
              </a:lnSpc>
            </a:pPr>
            <a:r>
              <a:rPr lang="en-US" sz="1400" dirty="0"/>
              <a:t>It is the first ICS honeypot that can be managed with a Software-Defined Network controller</a:t>
            </a:r>
          </a:p>
          <a:p>
            <a:pPr>
              <a:lnSpc>
                <a:spcPct val="110000"/>
              </a:lnSpc>
            </a:pPr>
            <a:r>
              <a:rPr lang="en-US" sz="1400" dirty="0"/>
              <a:t>The vulnerable intern-facing devices are connected to the internal network, and they are the attacker’s </a:t>
            </a:r>
            <a:r>
              <a:rPr lang="en-US" sz="1400" dirty="0" err="1"/>
              <a:t>biats</a:t>
            </a:r>
            <a:r>
              <a:rPr lang="en-US" sz="1400" dirty="0"/>
              <a:t>.</a:t>
            </a:r>
          </a:p>
          <a:p>
            <a:pPr>
              <a:lnSpc>
                <a:spcPct val="110000"/>
              </a:lnSpc>
            </a:pPr>
            <a:r>
              <a:rPr lang="en-US" sz="1400" dirty="0"/>
              <a:t>There is a virtual switch distributing Ethernet/IP traffic in the internal network, enabling ARP poisoning attacks, packet sniffing, and malicious command delivery.</a:t>
            </a:r>
          </a:p>
          <a:p>
            <a:pPr>
              <a:lnSpc>
                <a:spcPct val="110000"/>
              </a:lnSpc>
            </a:pPr>
            <a:r>
              <a:rPr lang="en-US" sz="1400" dirty="0"/>
              <a:t>Every simulated host is connected to the virtual network, and it is exposing real services</a:t>
            </a:r>
          </a:p>
          <a:p>
            <a:pPr lvl="1">
              <a:lnSpc>
                <a:spcPct val="110000"/>
              </a:lnSpc>
            </a:pPr>
            <a:r>
              <a:rPr lang="en-US" sz="1400" dirty="0"/>
              <a:t>PLC1 for example may expose the Ethernet/IP server for explicit messaging, listening on standard </a:t>
            </a:r>
            <a:r>
              <a:rPr lang="en-US" sz="1400" dirty="0" err="1"/>
              <a:t>tCP</a:t>
            </a:r>
            <a:r>
              <a:rPr lang="en-US" sz="1400" dirty="0"/>
              <a:t> port 44818 that is addressable with realistic tag names</a:t>
            </a:r>
          </a:p>
          <a:p>
            <a:pPr>
              <a:lnSpc>
                <a:spcPct val="110000"/>
              </a:lnSpc>
            </a:pPr>
            <a:endParaRPr lang="en-US" sz="1400" dirty="0"/>
          </a:p>
          <a:p>
            <a:pPr>
              <a:lnSpc>
                <a:spcPct val="110000"/>
              </a:lnSpc>
            </a:pPr>
            <a:endParaRPr lang="en-US" sz="1400" dirty="0"/>
          </a:p>
        </p:txBody>
      </p:sp>
      <p:cxnSp>
        <p:nvCxnSpPr>
          <p:cNvPr id="12" name="Straight Connector 11">
            <a:extLst>
              <a:ext uri="{FF2B5EF4-FFF2-40B4-BE49-F238E27FC236}">
                <a16:creationId xmlns:a16="http://schemas.microsoft.com/office/drawing/2014/main" id="{2EA0F4A6-3CC9-C9E2-BA02-58FA29F7DD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EADBD4EF-E8D8-618A-F34C-E1B546588B71}"/>
              </a:ext>
            </a:extLst>
          </p:cNvPr>
          <p:cNvSpPr/>
          <p:nvPr/>
        </p:nvSpPr>
        <p:spPr>
          <a:xfrm>
            <a:off x="742949" y="1602454"/>
            <a:ext cx="3438525" cy="1097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748655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0EAC194-AEB3-E591-5E1D-22C4C39D82C4}"/>
              </a:ext>
            </a:extLst>
          </p:cNvPr>
          <p:cNvSpPr>
            <a:spLocks noGrp="1"/>
          </p:cNvSpPr>
          <p:nvPr>
            <p:ph type="title"/>
          </p:nvPr>
        </p:nvSpPr>
        <p:spPr>
          <a:xfrm>
            <a:off x="640080" y="1371600"/>
            <a:ext cx="5852160" cy="1097280"/>
          </a:xfrm>
        </p:spPr>
        <p:txBody>
          <a:bodyPr anchor="t">
            <a:normAutofit/>
          </a:bodyPr>
          <a:lstStyle/>
          <a:p>
            <a:r>
              <a:rPr lang="en-US" dirty="0"/>
              <a:t>Implementation (cont’d)</a:t>
            </a:r>
          </a:p>
        </p:txBody>
      </p:sp>
      <p:cxnSp>
        <p:nvCxnSpPr>
          <p:cNvPr id="11" name="Straight Connector 10">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6281"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104FDBA-77CB-173E-F449-35F0B7D986CE}"/>
              </a:ext>
            </a:extLst>
          </p:cNvPr>
          <p:cNvSpPr>
            <a:spLocks noGrp="1"/>
          </p:cNvSpPr>
          <p:nvPr>
            <p:ph idx="1"/>
          </p:nvPr>
        </p:nvSpPr>
        <p:spPr>
          <a:xfrm>
            <a:off x="640080" y="2633236"/>
            <a:ext cx="5852160" cy="3664685"/>
          </a:xfrm>
        </p:spPr>
        <p:txBody>
          <a:bodyPr>
            <a:normAutofit/>
          </a:bodyPr>
          <a:lstStyle/>
          <a:p>
            <a:r>
              <a:rPr lang="en-US" dirty="0"/>
              <a:t>The implementation relies on 5 main pillars:</a:t>
            </a:r>
          </a:p>
          <a:p>
            <a:pPr lvl="1"/>
            <a:r>
              <a:rPr lang="en-US" dirty="0"/>
              <a:t>Vulnerable VPN endpoint</a:t>
            </a:r>
          </a:p>
          <a:p>
            <a:pPr lvl="1"/>
            <a:r>
              <a:rPr lang="en-US" dirty="0"/>
              <a:t>Vulnerable Gateway Device</a:t>
            </a:r>
          </a:p>
          <a:p>
            <a:pPr lvl="1"/>
            <a:r>
              <a:rPr lang="en-US" dirty="0"/>
              <a:t>Network Emulation</a:t>
            </a:r>
          </a:p>
          <a:p>
            <a:pPr lvl="1"/>
            <a:r>
              <a:rPr lang="en-US" dirty="0"/>
              <a:t>Physical process and devices simulation</a:t>
            </a:r>
          </a:p>
          <a:p>
            <a:pPr lvl="1"/>
            <a:r>
              <a:rPr lang="en-US" dirty="0"/>
              <a:t>Data collection Subsystem</a:t>
            </a:r>
          </a:p>
          <a:p>
            <a:pPr lvl="1"/>
            <a:endParaRPr lang="en-US" dirty="0"/>
          </a:p>
        </p:txBody>
      </p:sp>
      <p:pic>
        <p:nvPicPr>
          <p:cNvPr id="5" name="Picture 4" descr="Blue blocks and networks technology background">
            <a:extLst>
              <a:ext uri="{FF2B5EF4-FFF2-40B4-BE49-F238E27FC236}">
                <a16:creationId xmlns:a16="http://schemas.microsoft.com/office/drawing/2014/main" id="{3738B14D-989F-8181-F7A4-6CE34C6EAE95}"/>
              </a:ext>
            </a:extLst>
          </p:cNvPr>
          <p:cNvPicPr>
            <a:picLocks noChangeAspect="1"/>
          </p:cNvPicPr>
          <p:nvPr/>
        </p:nvPicPr>
        <p:blipFill>
          <a:blip r:embed="rId2"/>
          <a:srcRect l="14670" r="45580" b="-446"/>
          <a:stretch>
            <a:fillRect/>
          </a:stretch>
        </p:blipFill>
        <p:spPr>
          <a:xfrm>
            <a:off x="7345680" y="10"/>
            <a:ext cx="4846320" cy="6857990"/>
          </a:xfrm>
          <a:prstGeom prst="rect">
            <a:avLst/>
          </a:prstGeom>
        </p:spPr>
      </p:pic>
    </p:spTree>
    <p:extLst>
      <p:ext uri="{BB962C8B-B14F-4D97-AF65-F5344CB8AC3E}">
        <p14:creationId xmlns:p14="http://schemas.microsoft.com/office/powerpoint/2010/main" val="13096536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D84798-68F4-B3F3-D50E-0AE78CA70954}"/>
              </a:ext>
            </a:extLst>
          </p:cNvPr>
          <p:cNvSpPr>
            <a:spLocks noGrp="1"/>
          </p:cNvSpPr>
          <p:nvPr>
            <p:ph type="title"/>
          </p:nvPr>
        </p:nvSpPr>
        <p:spPr>
          <a:xfrm>
            <a:off x="5496821" y="1371600"/>
            <a:ext cx="6034187" cy="1097280"/>
          </a:xfrm>
        </p:spPr>
        <p:txBody>
          <a:bodyPr>
            <a:normAutofit/>
          </a:bodyPr>
          <a:lstStyle/>
          <a:p>
            <a:r>
              <a:rPr lang="en-US" dirty="0"/>
              <a:t>Vulnerable VPN Endpoint</a:t>
            </a:r>
          </a:p>
        </p:txBody>
      </p:sp>
      <p:pic>
        <p:nvPicPr>
          <p:cNvPr id="20" name="Picture 19" descr="Close-up of a server network panel with lights and cables">
            <a:extLst>
              <a:ext uri="{FF2B5EF4-FFF2-40B4-BE49-F238E27FC236}">
                <a16:creationId xmlns:a16="http://schemas.microsoft.com/office/drawing/2014/main" id="{25146C1C-C508-16B9-A830-D8EA957D125B}"/>
              </a:ext>
            </a:extLst>
          </p:cNvPr>
          <p:cNvPicPr>
            <a:picLocks noChangeAspect="1"/>
          </p:cNvPicPr>
          <p:nvPr/>
        </p:nvPicPr>
        <p:blipFill>
          <a:blip r:embed="rId2"/>
          <a:srcRect l="9118" r="43599" b="-1"/>
          <a:stretch>
            <a:fillRect/>
          </a:stretch>
        </p:blipFill>
        <p:spPr>
          <a:xfrm>
            <a:off x="20" y="10"/>
            <a:ext cx="4857871" cy="6857990"/>
          </a:xfrm>
          <a:prstGeom prst="rect">
            <a:avLst/>
          </a:prstGeom>
        </p:spPr>
      </p:pic>
      <p:cxnSp>
        <p:nvCxnSpPr>
          <p:cNvPr id="21" name="Straight Connector 20">
            <a:extLst>
              <a:ext uri="{FF2B5EF4-FFF2-40B4-BE49-F238E27FC236}">
                <a16:creationId xmlns:a16="http://schemas.microsoft.com/office/drawing/2014/main" id="{691422F5-4221-4812-AFD9-5479C6D60AD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580905" y="1031005"/>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2" name="Content Placeholder 2">
            <a:extLst>
              <a:ext uri="{FF2B5EF4-FFF2-40B4-BE49-F238E27FC236}">
                <a16:creationId xmlns:a16="http://schemas.microsoft.com/office/drawing/2014/main" id="{03FDFB1F-0083-9A65-0F8D-E4DB70838797}"/>
              </a:ext>
            </a:extLst>
          </p:cNvPr>
          <p:cNvSpPr>
            <a:spLocks noGrp="1"/>
          </p:cNvSpPr>
          <p:nvPr>
            <p:ph idx="1"/>
          </p:nvPr>
        </p:nvSpPr>
        <p:spPr>
          <a:xfrm>
            <a:off x="5496821" y="2633236"/>
            <a:ext cx="6034187" cy="3664687"/>
          </a:xfrm>
        </p:spPr>
        <p:txBody>
          <a:bodyPr>
            <a:normAutofit/>
          </a:bodyPr>
          <a:lstStyle/>
          <a:p>
            <a:pPr>
              <a:lnSpc>
                <a:spcPct val="110000"/>
              </a:lnSpc>
            </a:pPr>
            <a:r>
              <a:rPr lang="en-US" sz="1500"/>
              <a:t>VPN is widely used in ICS network to establish a secure channel between a host located outside the control network and a network interface inside the control network</a:t>
            </a:r>
          </a:p>
          <a:p>
            <a:pPr>
              <a:lnSpc>
                <a:spcPct val="110000"/>
              </a:lnSpc>
            </a:pPr>
            <a:r>
              <a:rPr lang="en-US" sz="1500"/>
              <a:t>Their target hardware platform is Allen-Bradley Stratix 5900 Router, with firewall capabilities.</a:t>
            </a:r>
          </a:p>
          <a:p>
            <a:pPr lvl="1">
              <a:lnSpc>
                <a:spcPct val="110000"/>
              </a:lnSpc>
            </a:pPr>
            <a:r>
              <a:rPr lang="en-US" sz="1500"/>
              <a:t>It runs an IPv4 </a:t>
            </a:r>
            <a:r>
              <a:rPr lang="en-US" sz="1500" err="1"/>
              <a:t>OpenConnect</a:t>
            </a:r>
            <a:r>
              <a:rPr lang="en-US" sz="1500"/>
              <a:t> (Cisco VPN server), reachable from the internet with weak credentials (</a:t>
            </a:r>
            <a:r>
              <a:rPr lang="en-US" sz="1500" err="1"/>
              <a:t>U:admin</a:t>
            </a:r>
            <a:r>
              <a:rPr lang="en-US" sz="1500"/>
              <a:t>, P:admin)</a:t>
            </a:r>
          </a:p>
          <a:p>
            <a:pPr>
              <a:lnSpc>
                <a:spcPct val="110000"/>
              </a:lnSpc>
            </a:pPr>
            <a:r>
              <a:rPr lang="en-US" sz="1500"/>
              <a:t>There is a dedicated firewall host with IP 192.168.1.76 that is listening on default port 443</a:t>
            </a:r>
          </a:p>
          <a:p>
            <a:pPr>
              <a:lnSpc>
                <a:spcPct val="110000"/>
              </a:lnSpc>
            </a:pPr>
            <a:endParaRPr lang="en-US" sz="1500"/>
          </a:p>
        </p:txBody>
      </p:sp>
    </p:spTree>
    <p:extLst>
      <p:ext uri="{BB962C8B-B14F-4D97-AF65-F5344CB8AC3E}">
        <p14:creationId xmlns:p14="http://schemas.microsoft.com/office/powerpoint/2010/main" val="13923392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063F27BC-7079-4FF7-8F7C-ABC82FA3C2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719949-7C29-F7C5-3872-182DE5868E12}"/>
              </a:ext>
            </a:extLst>
          </p:cNvPr>
          <p:cNvSpPr>
            <a:spLocks noGrp="1"/>
          </p:cNvSpPr>
          <p:nvPr>
            <p:ph type="title"/>
          </p:nvPr>
        </p:nvSpPr>
        <p:spPr>
          <a:xfrm>
            <a:off x="640080" y="914401"/>
            <a:ext cx="4876801" cy="1569516"/>
          </a:xfrm>
        </p:spPr>
        <p:txBody>
          <a:bodyPr anchor="t">
            <a:normAutofit/>
          </a:bodyPr>
          <a:lstStyle/>
          <a:p>
            <a:r>
              <a:rPr lang="en-US"/>
              <a:t>Vulnerable Gateway Device</a:t>
            </a:r>
          </a:p>
        </p:txBody>
      </p:sp>
      <p:pic>
        <p:nvPicPr>
          <p:cNvPr id="5" name="Picture 4">
            <a:extLst>
              <a:ext uri="{FF2B5EF4-FFF2-40B4-BE49-F238E27FC236}">
                <a16:creationId xmlns:a16="http://schemas.microsoft.com/office/drawing/2014/main" id="{BB0D1A8B-3E2F-CCC2-C966-7FC307568124}"/>
              </a:ext>
            </a:extLst>
          </p:cNvPr>
          <p:cNvPicPr>
            <a:picLocks noChangeAspect="1"/>
          </p:cNvPicPr>
          <p:nvPr/>
        </p:nvPicPr>
        <p:blipFill>
          <a:blip r:embed="rId3"/>
          <a:stretch>
            <a:fillRect/>
          </a:stretch>
        </p:blipFill>
        <p:spPr>
          <a:xfrm>
            <a:off x="713232" y="2857499"/>
            <a:ext cx="2821670" cy="3125269"/>
          </a:xfrm>
          <a:prstGeom prst="rect">
            <a:avLst/>
          </a:prstGeom>
        </p:spPr>
      </p:pic>
      <p:sp>
        <p:nvSpPr>
          <p:cNvPr id="3" name="Content Placeholder 2">
            <a:extLst>
              <a:ext uri="{FF2B5EF4-FFF2-40B4-BE49-F238E27FC236}">
                <a16:creationId xmlns:a16="http://schemas.microsoft.com/office/drawing/2014/main" id="{0CDD1463-97E3-5D0E-1297-EDE0A69DFAA8}"/>
              </a:ext>
            </a:extLst>
          </p:cNvPr>
          <p:cNvSpPr>
            <a:spLocks noGrp="1"/>
          </p:cNvSpPr>
          <p:nvPr>
            <p:ph idx="1"/>
          </p:nvPr>
        </p:nvSpPr>
        <p:spPr>
          <a:xfrm>
            <a:off x="4126832" y="2028308"/>
            <a:ext cx="7404177" cy="3954472"/>
          </a:xfrm>
        </p:spPr>
        <p:txBody>
          <a:bodyPr>
            <a:normAutofit/>
          </a:bodyPr>
          <a:lstStyle/>
          <a:p>
            <a:pPr>
              <a:lnSpc>
                <a:spcPct val="110000"/>
              </a:lnSpc>
            </a:pPr>
            <a:r>
              <a:rPr lang="en-US" sz="1500" dirty="0"/>
              <a:t>Gateway devices are used in ICS control network to translate industrial protocols, such as back and forth from Modbus to Modbus/TCP, and extend the inter-device communication capabilities of the whole ICS (similar to NAT)</a:t>
            </a:r>
          </a:p>
          <a:p>
            <a:pPr>
              <a:lnSpc>
                <a:spcPct val="110000"/>
              </a:lnSpc>
            </a:pPr>
            <a:r>
              <a:rPr lang="en-US" sz="1500" dirty="0"/>
              <a:t>Their target hardware platform is Moxa OnCell IP gateway, that is able to connect to the testbed over cellular networks using different technologies such as GPRS, EDGE, UMTS, and HSDPA</a:t>
            </a:r>
          </a:p>
          <a:p>
            <a:pPr lvl="1">
              <a:lnSpc>
                <a:spcPct val="110000"/>
              </a:lnSpc>
            </a:pPr>
            <a:r>
              <a:rPr lang="en-US" sz="1500" dirty="0"/>
              <a:t>It has 2 ports open, telnet server listening on port 23, and ssh server listening on port 22, and the ssh also has weak credentials (</a:t>
            </a:r>
            <a:r>
              <a:rPr lang="en-US" sz="1500" dirty="0" err="1"/>
              <a:t>U:admin</a:t>
            </a:r>
            <a:r>
              <a:rPr lang="en-US" sz="1500" dirty="0"/>
              <a:t>, P:admin)</a:t>
            </a:r>
          </a:p>
          <a:p>
            <a:pPr lvl="1">
              <a:lnSpc>
                <a:spcPct val="110000"/>
              </a:lnSpc>
            </a:pPr>
            <a:r>
              <a:rPr lang="en-US" sz="1500" dirty="0"/>
              <a:t>While the Telnet shows the plaintext without encryption, with the same weak credentials</a:t>
            </a:r>
          </a:p>
          <a:p>
            <a:pPr lvl="1">
              <a:lnSpc>
                <a:spcPct val="110000"/>
              </a:lnSpc>
            </a:pPr>
            <a:r>
              <a:rPr lang="en-US" sz="1500" dirty="0"/>
              <a:t>They use </a:t>
            </a:r>
            <a:r>
              <a:rPr lang="en-US" sz="1500" dirty="0" err="1"/>
              <a:t>sshd</a:t>
            </a:r>
            <a:r>
              <a:rPr lang="en-US" sz="1500" dirty="0"/>
              <a:t> (demon) and </a:t>
            </a:r>
            <a:r>
              <a:rPr lang="en-US" sz="1500" dirty="0" err="1"/>
              <a:t>telnetd</a:t>
            </a:r>
            <a:r>
              <a:rPr lang="en-US" sz="1500" dirty="0"/>
              <a:t> on  IP 192.168.1.77 ports 22,23 </a:t>
            </a:r>
          </a:p>
        </p:txBody>
      </p:sp>
      <p:cxnSp>
        <p:nvCxnSpPr>
          <p:cNvPr id="22" name="Straight Connector 21">
            <a:extLst>
              <a:ext uri="{FF2B5EF4-FFF2-40B4-BE49-F238E27FC236}">
                <a16:creationId xmlns:a16="http://schemas.microsoft.com/office/drawing/2014/main" id="{540DBD50-3CB1-A513-2321-1891E3F095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42487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0F22E61-9F7D-5228-C43A-36C73F47034B}"/>
              </a:ext>
            </a:extLst>
          </p:cNvPr>
          <p:cNvSpPr>
            <a:spLocks noGrp="1"/>
          </p:cNvSpPr>
          <p:nvPr>
            <p:ph type="title"/>
          </p:nvPr>
        </p:nvSpPr>
        <p:spPr>
          <a:xfrm>
            <a:off x="5496821" y="1371600"/>
            <a:ext cx="6034187" cy="1097280"/>
          </a:xfrm>
        </p:spPr>
        <p:txBody>
          <a:bodyPr>
            <a:normAutofit/>
          </a:bodyPr>
          <a:lstStyle/>
          <a:p>
            <a:r>
              <a:rPr lang="en-US" dirty="0"/>
              <a:t>Network Emulation</a:t>
            </a:r>
          </a:p>
        </p:txBody>
      </p:sp>
      <p:pic>
        <p:nvPicPr>
          <p:cNvPr id="5" name="Picture 4" descr="A 3D pattern of ring shapes connected by lines">
            <a:extLst>
              <a:ext uri="{FF2B5EF4-FFF2-40B4-BE49-F238E27FC236}">
                <a16:creationId xmlns:a16="http://schemas.microsoft.com/office/drawing/2014/main" id="{0D63F1C1-FE66-E11B-03BC-2162F90C0D2D}"/>
              </a:ext>
            </a:extLst>
          </p:cNvPr>
          <p:cNvPicPr>
            <a:picLocks noChangeAspect="1"/>
          </p:cNvPicPr>
          <p:nvPr/>
        </p:nvPicPr>
        <p:blipFill>
          <a:blip r:embed="rId3"/>
          <a:srcRect l="13716" r="46439"/>
          <a:stretch>
            <a:fillRect/>
          </a:stretch>
        </p:blipFill>
        <p:spPr>
          <a:xfrm>
            <a:off x="20" y="10"/>
            <a:ext cx="4857871" cy="6857990"/>
          </a:xfrm>
          <a:prstGeom prst="rect">
            <a:avLst/>
          </a:prstGeom>
        </p:spPr>
      </p:pic>
      <p:cxnSp>
        <p:nvCxnSpPr>
          <p:cNvPr id="11" name="Straight Connector 10">
            <a:extLst>
              <a:ext uri="{FF2B5EF4-FFF2-40B4-BE49-F238E27FC236}">
                <a16:creationId xmlns:a16="http://schemas.microsoft.com/office/drawing/2014/main" id="{691422F5-4221-4812-AFD9-5479C6D60AD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580905" y="1031005"/>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02880F9-41B9-A62C-8AF2-D304BFA26A0C}"/>
              </a:ext>
            </a:extLst>
          </p:cNvPr>
          <p:cNvSpPr>
            <a:spLocks noGrp="1"/>
          </p:cNvSpPr>
          <p:nvPr>
            <p:ph idx="1"/>
          </p:nvPr>
        </p:nvSpPr>
        <p:spPr>
          <a:xfrm>
            <a:off x="5496821" y="2633236"/>
            <a:ext cx="6034187" cy="3664687"/>
          </a:xfrm>
        </p:spPr>
        <p:txBody>
          <a:bodyPr>
            <a:normAutofit/>
          </a:bodyPr>
          <a:lstStyle/>
          <a:p>
            <a:pPr>
              <a:lnSpc>
                <a:spcPct val="110000"/>
              </a:lnSpc>
            </a:pPr>
            <a:r>
              <a:rPr lang="en-US" sz="1700"/>
              <a:t>The network emulation and virtual network hosts isolation is implemented by Mininet using a low-level feature of the Linux kernel, called container-based virtualization.</a:t>
            </a:r>
          </a:p>
          <a:p>
            <a:pPr>
              <a:lnSpc>
                <a:spcPct val="110000"/>
              </a:lnSpc>
            </a:pPr>
            <a:r>
              <a:rPr lang="en-US" sz="1700"/>
              <a:t>It is a collection of processes, and has a complete virtualized Linux network stack associated. </a:t>
            </a:r>
          </a:p>
          <a:p>
            <a:pPr>
              <a:lnSpc>
                <a:spcPct val="110000"/>
              </a:lnSpc>
            </a:pPr>
            <a:r>
              <a:rPr lang="en-US" sz="1700"/>
              <a:t>Each container interface is connected to the software switch’s virtual interface through a virtual ethernet link called </a:t>
            </a:r>
            <a:r>
              <a:rPr lang="en-US" sz="1700" b="1" err="1"/>
              <a:t>veth</a:t>
            </a:r>
            <a:endParaRPr lang="en-US" sz="1700" b="1"/>
          </a:p>
          <a:p>
            <a:pPr>
              <a:lnSpc>
                <a:spcPct val="110000"/>
              </a:lnSpc>
            </a:pPr>
            <a:r>
              <a:rPr lang="en-US" sz="1700"/>
              <a:t>The link shaping feature is implemented using another low level Linux kernel functionality that can be accessed through the </a:t>
            </a:r>
            <a:r>
              <a:rPr lang="en-US" sz="1700" b="1" err="1"/>
              <a:t>tc</a:t>
            </a:r>
            <a:r>
              <a:rPr lang="en-US" sz="1700" b="1"/>
              <a:t> program</a:t>
            </a:r>
          </a:p>
        </p:txBody>
      </p:sp>
    </p:spTree>
    <p:extLst>
      <p:ext uri="{BB962C8B-B14F-4D97-AF65-F5344CB8AC3E}">
        <p14:creationId xmlns:p14="http://schemas.microsoft.com/office/powerpoint/2010/main" val="2254605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63F27BC-7079-4FF7-8F7C-ABC82FA3C2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B42C2C-CEB7-9CF3-BE19-F9898086ED85}"/>
              </a:ext>
            </a:extLst>
          </p:cNvPr>
          <p:cNvSpPr>
            <a:spLocks noGrp="1"/>
          </p:cNvSpPr>
          <p:nvPr>
            <p:ph type="title"/>
          </p:nvPr>
        </p:nvSpPr>
        <p:spPr>
          <a:xfrm>
            <a:off x="640080" y="1371600"/>
            <a:ext cx="3677920" cy="3919267"/>
          </a:xfrm>
        </p:spPr>
        <p:txBody>
          <a:bodyPr anchor="t">
            <a:normAutofit/>
          </a:bodyPr>
          <a:lstStyle/>
          <a:p>
            <a:r>
              <a:rPr lang="en-US"/>
              <a:t>Physical Process and Devices Simulation</a:t>
            </a:r>
            <a:endParaRPr lang="en-US" dirty="0"/>
          </a:p>
        </p:txBody>
      </p:sp>
      <p:cxnSp>
        <p:nvCxnSpPr>
          <p:cNvPr id="11" name="Straight Connector 10">
            <a:extLst>
              <a:ext uri="{FF2B5EF4-FFF2-40B4-BE49-F238E27FC236}">
                <a16:creationId xmlns:a16="http://schemas.microsoft.com/office/drawing/2014/main" id="{40BBF191-9CC8-4313-B1CA-8DF1A53AE4F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11109234-97EB-2666-C831-72B8A88FC41D}"/>
              </a:ext>
            </a:extLst>
          </p:cNvPr>
          <p:cNvGraphicFramePr>
            <a:graphicFrameLocks noGrp="1"/>
          </p:cNvGraphicFramePr>
          <p:nvPr>
            <p:ph idx="1"/>
            <p:extLst>
              <p:ext uri="{D42A27DB-BD31-4B8C-83A1-F6EECF244321}">
                <p14:modId xmlns:p14="http://schemas.microsoft.com/office/powerpoint/2010/main" val="1817735358"/>
              </p:ext>
            </p:extLst>
          </p:nvPr>
        </p:nvGraphicFramePr>
        <p:xfrm>
          <a:off x="4030579" y="878308"/>
          <a:ext cx="7500430" cy="56909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702453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15B232-C462-B289-AB67-0FDB34D2E89B}"/>
              </a:ext>
            </a:extLst>
          </p:cNvPr>
          <p:cNvSpPr>
            <a:spLocks noGrp="1"/>
          </p:cNvSpPr>
          <p:nvPr>
            <p:ph type="title"/>
          </p:nvPr>
        </p:nvSpPr>
        <p:spPr>
          <a:xfrm>
            <a:off x="640080" y="1371600"/>
            <a:ext cx="5737859" cy="1097280"/>
          </a:xfrm>
        </p:spPr>
        <p:txBody>
          <a:bodyPr>
            <a:normAutofit/>
          </a:bodyPr>
          <a:lstStyle/>
          <a:p>
            <a:r>
              <a:rPr lang="en-US" sz="3700"/>
              <a:t>Data Collection Subsystem</a:t>
            </a:r>
          </a:p>
        </p:txBody>
      </p:sp>
      <p:cxnSp>
        <p:nvCxnSpPr>
          <p:cNvPr id="12" name="Straight Connector 11">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3421395-F19F-5CE2-753C-B73EF1537822}"/>
              </a:ext>
            </a:extLst>
          </p:cNvPr>
          <p:cNvSpPr>
            <a:spLocks noGrp="1"/>
          </p:cNvSpPr>
          <p:nvPr>
            <p:ph idx="1"/>
          </p:nvPr>
        </p:nvSpPr>
        <p:spPr>
          <a:xfrm>
            <a:off x="640080" y="2633236"/>
            <a:ext cx="5737860" cy="3666980"/>
          </a:xfrm>
        </p:spPr>
        <p:txBody>
          <a:bodyPr>
            <a:normAutofit/>
          </a:bodyPr>
          <a:lstStyle/>
          <a:p>
            <a:pPr>
              <a:lnSpc>
                <a:spcPct val="110000"/>
              </a:lnSpc>
            </a:pPr>
            <a:r>
              <a:rPr lang="en-US" sz="1300"/>
              <a:t>It involves different types of data acquisition</a:t>
            </a:r>
          </a:p>
          <a:p>
            <a:pPr lvl="1">
              <a:lnSpc>
                <a:spcPct val="110000"/>
              </a:lnSpc>
            </a:pPr>
            <a:r>
              <a:rPr lang="en-US" sz="1300"/>
              <a:t>For SSH -&gt; standard shell logging techniques which is a log file storing:</a:t>
            </a:r>
          </a:p>
          <a:p>
            <a:pPr lvl="2">
              <a:lnSpc>
                <a:spcPct val="110000"/>
              </a:lnSpc>
            </a:pPr>
            <a:r>
              <a:rPr lang="en-US" sz="1300"/>
              <a:t>Timestamp</a:t>
            </a:r>
          </a:p>
          <a:p>
            <a:pPr lvl="2">
              <a:lnSpc>
                <a:spcPct val="110000"/>
              </a:lnSpc>
            </a:pPr>
            <a:r>
              <a:rPr lang="en-US" sz="1300"/>
              <a:t>Username</a:t>
            </a:r>
          </a:p>
          <a:p>
            <a:pPr lvl="2">
              <a:lnSpc>
                <a:spcPct val="110000"/>
              </a:lnSpc>
            </a:pPr>
            <a:r>
              <a:rPr lang="en-US" sz="1300"/>
              <a:t>Issued commands	</a:t>
            </a:r>
          </a:p>
          <a:p>
            <a:pPr lvl="2">
              <a:lnSpc>
                <a:spcPct val="110000"/>
              </a:lnSpc>
            </a:pPr>
            <a:r>
              <a:rPr lang="en-US" sz="1300"/>
              <a:t>Files are periodically copied to a safe location outside the honeypot.</a:t>
            </a:r>
          </a:p>
          <a:p>
            <a:pPr lvl="1">
              <a:lnSpc>
                <a:spcPct val="110000"/>
              </a:lnSpc>
            </a:pPr>
            <a:r>
              <a:rPr lang="en-US" sz="1300"/>
              <a:t>For VPN -&gt; standard network traffic logging techniques which are multiple </a:t>
            </a:r>
            <a:r>
              <a:rPr lang="en-US" sz="1300" err="1"/>
              <a:t>tcpdump</a:t>
            </a:r>
            <a:r>
              <a:rPr lang="en-US" sz="1300"/>
              <a:t> </a:t>
            </a:r>
            <a:r>
              <a:rPr lang="en-US" sz="1300" err="1"/>
              <a:t>deamons</a:t>
            </a:r>
            <a:r>
              <a:rPr lang="en-US" sz="1300"/>
              <a:t> attached to the vulnerable network which generates </a:t>
            </a:r>
            <a:r>
              <a:rPr lang="en-US" sz="1300" err="1"/>
              <a:t>pcap</a:t>
            </a:r>
            <a:r>
              <a:rPr lang="en-US" sz="1300"/>
              <a:t> capture files which can be analyzed with tools like </a:t>
            </a:r>
            <a:r>
              <a:rPr lang="en-US" sz="1300" err="1"/>
              <a:t>wireshark</a:t>
            </a:r>
            <a:endParaRPr lang="en-US" sz="1300"/>
          </a:p>
          <a:p>
            <a:pPr>
              <a:lnSpc>
                <a:spcPct val="110000"/>
              </a:lnSpc>
            </a:pPr>
            <a:r>
              <a:rPr lang="en-US" sz="1300"/>
              <a:t>Additionally, the honeypot includes a software keylogger program, which generate a log file with all the entered keystrokes.</a:t>
            </a:r>
          </a:p>
        </p:txBody>
      </p:sp>
      <p:pic>
        <p:nvPicPr>
          <p:cNvPr id="7" name="Graphic 6" descr="Database">
            <a:extLst>
              <a:ext uri="{FF2B5EF4-FFF2-40B4-BE49-F238E27FC236}">
                <a16:creationId xmlns:a16="http://schemas.microsoft.com/office/drawing/2014/main" id="{3D503CC4-A481-FB64-8BED-F88351FE0FD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55179" y="1924386"/>
            <a:ext cx="4375829" cy="4375829"/>
          </a:xfrm>
          <a:prstGeom prst="rect">
            <a:avLst/>
          </a:prstGeom>
        </p:spPr>
      </p:pic>
    </p:spTree>
    <p:extLst>
      <p:ext uri="{BB962C8B-B14F-4D97-AF65-F5344CB8AC3E}">
        <p14:creationId xmlns:p14="http://schemas.microsoft.com/office/powerpoint/2010/main" val="1824435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1E7929-EA6E-C76F-2714-95C85DA54477}"/>
              </a:ext>
            </a:extLst>
          </p:cNvPr>
          <p:cNvSpPr>
            <a:spLocks noGrp="1"/>
          </p:cNvSpPr>
          <p:nvPr>
            <p:ph type="title"/>
          </p:nvPr>
        </p:nvSpPr>
        <p:spPr>
          <a:xfrm>
            <a:off x="640080" y="1434438"/>
            <a:ext cx="2983229" cy="2612976"/>
          </a:xfrm>
        </p:spPr>
        <p:txBody>
          <a:bodyPr vert="horz" lIns="91440" tIns="45720" rIns="91440" bIns="45720" rtlCol="0" anchor="t">
            <a:normAutofit/>
          </a:bodyPr>
          <a:lstStyle/>
          <a:p>
            <a:r>
              <a:rPr lang="en-US" sz="4400"/>
              <a:t>Evaluaiton process</a:t>
            </a:r>
          </a:p>
        </p:txBody>
      </p:sp>
      <p:sp>
        <p:nvSpPr>
          <p:cNvPr id="3" name="Content Placeholder 2">
            <a:extLst>
              <a:ext uri="{FF2B5EF4-FFF2-40B4-BE49-F238E27FC236}">
                <a16:creationId xmlns:a16="http://schemas.microsoft.com/office/drawing/2014/main" id="{1C47AAFC-7897-67D5-1A87-1C20546CE5D9}"/>
              </a:ext>
            </a:extLst>
          </p:cNvPr>
          <p:cNvSpPr>
            <a:spLocks noGrp="1"/>
          </p:cNvSpPr>
          <p:nvPr>
            <p:ph idx="1"/>
          </p:nvPr>
        </p:nvSpPr>
        <p:spPr>
          <a:xfrm>
            <a:off x="640080" y="4130979"/>
            <a:ext cx="2983229" cy="1160231"/>
          </a:xfrm>
        </p:spPr>
        <p:txBody>
          <a:bodyPr vert="horz" lIns="91440" tIns="45720" rIns="91440" bIns="45720" rtlCol="0" anchor="b">
            <a:normAutofit/>
          </a:bodyPr>
          <a:lstStyle/>
          <a:p>
            <a:pPr marL="0" indent="0">
              <a:buNone/>
            </a:pPr>
            <a:r>
              <a:rPr lang="en-US" sz="1500" b="1" cap="all" spc="300" dirty="0"/>
              <a:t>They evaluated the system in a CTF and they got these results</a:t>
            </a:r>
          </a:p>
        </p:txBody>
      </p:sp>
      <p:pic>
        <p:nvPicPr>
          <p:cNvPr id="5" name="Picture 4" descr="A paper with numbers and text&#10;&#10;AI-generated content may be incorrect.">
            <a:extLst>
              <a:ext uri="{FF2B5EF4-FFF2-40B4-BE49-F238E27FC236}">
                <a16:creationId xmlns:a16="http://schemas.microsoft.com/office/drawing/2014/main" id="{070F328D-FB65-F7E4-DA62-FE99842934BD}"/>
              </a:ext>
            </a:extLst>
          </p:cNvPr>
          <p:cNvPicPr>
            <a:picLocks noChangeAspect="1"/>
          </p:cNvPicPr>
          <p:nvPr/>
        </p:nvPicPr>
        <p:blipFill>
          <a:blip r:embed="rId2"/>
          <a:stretch>
            <a:fillRect/>
          </a:stretch>
        </p:blipFill>
        <p:spPr>
          <a:xfrm>
            <a:off x="6208295" y="200063"/>
            <a:ext cx="3657600" cy="5875664"/>
          </a:xfrm>
          <a:prstGeom prst="rect">
            <a:avLst/>
          </a:prstGeom>
        </p:spPr>
      </p:pic>
      <p:cxnSp>
        <p:nvCxnSpPr>
          <p:cNvPr id="14" name="Straight Connector 13">
            <a:extLst>
              <a:ext uri="{FF2B5EF4-FFF2-40B4-BE49-F238E27FC236}">
                <a16:creationId xmlns:a16="http://schemas.microsoft.com/office/drawing/2014/main" id="{426B4E86-32C4-273A-1ADF-6B44243549D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8" name="Content Placeholder 2">
            <a:extLst>
              <a:ext uri="{FF2B5EF4-FFF2-40B4-BE49-F238E27FC236}">
                <a16:creationId xmlns:a16="http://schemas.microsoft.com/office/drawing/2014/main" id="{3FF7D0CE-07EE-225F-6405-725DD29366F0}"/>
              </a:ext>
            </a:extLst>
          </p:cNvPr>
          <p:cNvSpPr txBox="1">
            <a:spLocks/>
          </p:cNvSpPr>
          <p:nvPr/>
        </p:nvSpPr>
        <p:spPr>
          <a:xfrm>
            <a:off x="640080" y="5608441"/>
            <a:ext cx="9559636" cy="1160231"/>
          </a:xfrm>
          <a:prstGeom prst="rect">
            <a:avLst/>
          </a:prstGeom>
        </p:spPr>
        <p:txBody>
          <a:bodyPr vert="horz" lIns="91440" tIns="45720" rIns="91440" bIns="45720" rtlCol="0" anchor="b">
            <a:normAutofit/>
          </a:bodyPr>
          <a:lst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500" b="1" cap="all" spc="300" dirty="0"/>
              <a:t>I did not focused on the results so much, but I can do this later.</a:t>
            </a:r>
          </a:p>
        </p:txBody>
      </p:sp>
    </p:spTree>
    <p:extLst>
      <p:ext uri="{BB962C8B-B14F-4D97-AF65-F5344CB8AC3E}">
        <p14:creationId xmlns:p14="http://schemas.microsoft.com/office/powerpoint/2010/main" val="3564697773"/>
      </p:ext>
    </p:extLst>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Gallery</Template>
  <TotalTime>802</TotalTime>
  <Words>2241</Words>
  <Application>Microsoft Office PowerPoint</Application>
  <PresentationFormat>Widescreen</PresentationFormat>
  <Paragraphs>236</Paragraphs>
  <Slides>27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Aptos</vt:lpstr>
      <vt:lpstr>Arial</vt:lpstr>
      <vt:lpstr>Grandview Display</vt:lpstr>
      <vt:lpstr>DashVTI</vt:lpstr>
      <vt:lpstr>Towards High-Interaction Virtual ICS Honeypots-in-a-Box</vt:lpstr>
      <vt:lpstr>Problem Statement</vt:lpstr>
      <vt:lpstr>Objective</vt:lpstr>
      <vt:lpstr>Key contributions of the paper</vt:lpstr>
      <vt:lpstr>MiniCPS Framework</vt:lpstr>
      <vt:lpstr>Components Needed to Build High-interactive ICS Honeypot</vt:lpstr>
      <vt:lpstr>Physical Process Layer</vt:lpstr>
      <vt:lpstr>ICS Device Layer</vt:lpstr>
      <vt:lpstr>Network Layer</vt:lpstr>
      <vt:lpstr>Paper Topology Layers</vt:lpstr>
      <vt:lpstr>Types of Honeypots</vt:lpstr>
      <vt:lpstr>Types of Honeypots</vt:lpstr>
      <vt:lpstr>Types of Honeypots</vt:lpstr>
      <vt:lpstr>Types of Honeypots</vt:lpstr>
      <vt:lpstr>Additional requirements of ICS honeypot</vt:lpstr>
      <vt:lpstr>Attacker Model</vt:lpstr>
      <vt:lpstr>PowerPoint Presentation</vt:lpstr>
      <vt:lpstr>Architecture</vt:lpstr>
      <vt:lpstr>Qualitative Metrics</vt:lpstr>
      <vt:lpstr>Implementation</vt:lpstr>
      <vt:lpstr>Implementation (cont’d)</vt:lpstr>
      <vt:lpstr>Vulnerable VPN Endpoint</vt:lpstr>
      <vt:lpstr>Vulnerable Gateway Device</vt:lpstr>
      <vt:lpstr>Network Emulation</vt:lpstr>
      <vt:lpstr>Physical Process and Devices Simulation</vt:lpstr>
      <vt:lpstr>Data Collection Subsystem</vt:lpstr>
      <vt:lpstr>Evaluaiton process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عبدالعزيز صلاح محمد عبده نعمه الله</dc:creator>
  <cp:lastModifiedBy>عبدالعزيز صلاح محمد عبده نعمه الله</cp:lastModifiedBy>
  <cp:revision>9</cp:revision>
  <dcterms:created xsi:type="dcterms:W3CDTF">2025-06-30T18:33:51Z</dcterms:created>
  <dcterms:modified xsi:type="dcterms:W3CDTF">2025-07-03T22:10:22Z</dcterms:modified>
</cp:coreProperties>
</file>